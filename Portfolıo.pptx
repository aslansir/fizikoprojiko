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otham" charset="1" panose="00000000000000000000"/>
      <p:regular r:id="rId16"/>
    </p:embeddedFont>
    <p:embeddedFont>
      <p:font typeface="Gotham Bold" charset="1" panose="000000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4468512" y="-353712"/>
            <a:ext cx="10994424" cy="1099442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85725" cap="sq">
              <a:solidFill>
                <a:srgbClr val="FD6220"/>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91400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384897" y="5379918"/>
            <a:ext cx="6059445" cy="60594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720762" y="6964430"/>
            <a:ext cx="2000810" cy="4114800"/>
          </a:xfrm>
          <a:custGeom>
            <a:avLst/>
            <a:gdLst/>
            <a:ahLst/>
            <a:cxnLst/>
            <a:rect r="r" b="b" t="t" l="l"/>
            <a:pathLst>
              <a:path h="4114800" w="2000810">
                <a:moveTo>
                  <a:pt x="0" y="0"/>
                </a:moveTo>
                <a:lnTo>
                  <a:pt x="2000810" y="0"/>
                </a:lnTo>
                <a:lnTo>
                  <a:pt x="2000810" y="4114800"/>
                </a:lnTo>
                <a:lnTo>
                  <a:pt x="0" y="4114800"/>
                </a:lnTo>
                <a:lnTo>
                  <a:pt x="0" y="0"/>
                </a:lnTo>
                <a:close/>
              </a:path>
            </a:pathLst>
          </a:custGeom>
          <a:blipFill>
            <a:blip r:embed="rId4">
              <a:alphaModFix amt="53000"/>
              <a:extLst>
                <a:ext uri="{96DAC541-7B7A-43D3-8B79-37D633B846F1}">
                  <asvg:svgBlip xmlns:asvg="http://schemas.microsoft.com/office/drawing/2016/SVG/main" r:embed="rId5"/>
                </a:ext>
              </a:extLst>
            </a:blip>
            <a:stretch>
              <a:fillRect l="0" t="0" r="-204881" b="0"/>
            </a:stretch>
          </a:blipFill>
        </p:spPr>
      </p:sp>
      <p:grpSp>
        <p:nvGrpSpPr>
          <p:cNvPr name="Group 10" id="10"/>
          <p:cNvGrpSpPr/>
          <p:nvPr/>
        </p:nvGrpSpPr>
        <p:grpSpPr>
          <a:xfrm rot="0">
            <a:off x="11762088" y="-9632634"/>
            <a:ext cx="10994424" cy="1099442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373132" y="4114076"/>
            <a:ext cx="12198237" cy="2291464"/>
            <a:chOff x="0" y="0"/>
            <a:chExt cx="3212705" cy="603513"/>
          </a:xfrm>
        </p:grpSpPr>
        <p:sp>
          <p:nvSpPr>
            <p:cNvPr name="Freeform 14" id="14"/>
            <p:cNvSpPr/>
            <p:nvPr/>
          </p:nvSpPr>
          <p:spPr>
            <a:xfrm flipH="false" flipV="false" rot="0">
              <a:off x="0" y="0"/>
              <a:ext cx="3212704" cy="603513"/>
            </a:xfrm>
            <a:custGeom>
              <a:avLst/>
              <a:gdLst/>
              <a:ahLst/>
              <a:cxnLst/>
              <a:rect r="r" b="b" t="t" l="l"/>
              <a:pathLst>
                <a:path h="603513" w="3212704">
                  <a:moveTo>
                    <a:pt x="60929" y="0"/>
                  </a:moveTo>
                  <a:lnTo>
                    <a:pt x="3151776" y="0"/>
                  </a:lnTo>
                  <a:cubicBezTo>
                    <a:pt x="3185426" y="0"/>
                    <a:pt x="3212704" y="27279"/>
                    <a:pt x="3212704" y="60929"/>
                  </a:cubicBezTo>
                  <a:lnTo>
                    <a:pt x="3212704" y="542584"/>
                  </a:lnTo>
                  <a:cubicBezTo>
                    <a:pt x="3212704" y="576234"/>
                    <a:pt x="3185426" y="603513"/>
                    <a:pt x="3151776" y="603513"/>
                  </a:cubicBezTo>
                  <a:lnTo>
                    <a:pt x="60929" y="603513"/>
                  </a:lnTo>
                  <a:cubicBezTo>
                    <a:pt x="27279" y="603513"/>
                    <a:pt x="0" y="576234"/>
                    <a:pt x="0" y="542584"/>
                  </a:cubicBezTo>
                  <a:lnTo>
                    <a:pt x="0" y="60929"/>
                  </a:lnTo>
                  <a:cubicBezTo>
                    <a:pt x="0" y="27279"/>
                    <a:pt x="27279" y="0"/>
                    <a:pt x="60929" y="0"/>
                  </a:cubicBezTo>
                  <a:close/>
                </a:path>
              </a:pathLst>
            </a:custGeom>
            <a:solidFill>
              <a:srgbClr val="F59467"/>
            </a:solidFill>
          </p:spPr>
        </p:sp>
        <p:sp>
          <p:nvSpPr>
            <p:cNvPr name="TextBox 15" id="15"/>
            <p:cNvSpPr txBox="true"/>
            <p:nvPr/>
          </p:nvSpPr>
          <p:spPr>
            <a:xfrm>
              <a:off x="0" y="-28575"/>
              <a:ext cx="3212705" cy="632088"/>
            </a:xfrm>
            <a:prstGeom prst="rect">
              <a:avLst/>
            </a:prstGeom>
          </p:spPr>
          <p:txBody>
            <a:bodyPr anchor="ctr" rtlCol="false" tIns="50800" lIns="50800" bIns="50800" rIns="50800"/>
            <a:lstStyle/>
            <a:p>
              <a:pPr algn="ctr">
                <a:lnSpc>
                  <a:spcPts val="2380"/>
                </a:lnSpc>
              </a:pPr>
            </a:p>
          </p:txBody>
        </p:sp>
      </p:grpSp>
      <p:sp>
        <p:nvSpPr>
          <p:cNvPr name="TextBox 16" id="16"/>
          <p:cNvSpPr txBox="true"/>
          <p:nvPr/>
        </p:nvSpPr>
        <p:spPr>
          <a:xfrm rot="0">
            <a:off x="3892492" y="5265618"/>
            <a:ext cx="11159517" cy="946111"/>
          </a:xfrm>
          <a:prstGeom prst="rect">
            <a:avLst/>
          </a:prstGeom>
        </p:spPr>
        <p:txBody>
          <a:bodyPr anchor="t" rtlCol="false" tIns="0" lIns="0" bIns="0" rIns="0">
            <a:spAutoFit/>
          </a:bodyPr>
          <a:lstStyle/>
          <a:p>
            <a:pPr algn="ctr">
              <a:lnSpc>
                <a:spcPts val="7702"/>
              </a:lnSpc>
              <a:spcBef>
                <a:spcPct val="0"/>
              </a:spcBef>
            </a:pPr>
            <a:r>
              <a:rPr lang="en-US" sz="5501" spc="308">
                <a:solidFill>
                  <a:srgbClr val="191919"/>
                </a:solidFill>
                <a:latin typeface="Gotham"/>
                <a:ea typeface="Gotham"/>
                <a:cs typeface="Gotham"/>
                <a:sym typeface="Gotham"/>
              </a:rPr>
              <a:t>Ali Aslanmirza (Ben)</a:t>
            </a:r>
          </a:p>
        </p:txBody>
      </p:sp>
      <p:sp>
        <p:nvSpPr>
          <p:cNvPr name="TextBox 17" id="17"/>
          <p:cNvSpPr txBox="true"/>
          <p:nvPr/>
        </p:nvSpPr>
        <p:spPr>
          <a:xfrm rot="0">
            <a:off x="3892492" y="4464050"/>
            <a:ext cx="11159517" cy="679450"/>
          </a:xfrm>
          <a:prstGeom prst="rect">
            <a:avLst/>
          </a:prstGeom>
        </p:spPr>
        <p:txBody>
          <a:bodyPr anchor="t" rtlCol="false" tIns="0" lIns="0" bIns="0" rIns="0">
            <a:spAutoFit/>
          </a:bodyPr>
          <a:lstStyle/>
          <a:p>
            <a:pPr algn="ctr">
              <a:lnSpc>
                <a:spcPts val="5599"/>
              </a:lnSpc>
              <a:spcBef>
                <a:spcPct val="0"/>
              </a:spcBef>
            </a:pPr>
            <a:r>
              <a:rPr lang="en-US" b="true" sz="3999" spc="559">
                <a:solidFill>
                  <a:srgbClr val="191919"/>
                </a:solidFill>
                <a:latin typeface="Gotham Bold"/>
                <a:ea typeface="Gotham Bold"/>
                <a:cs typeface="Gotham Bold"/>
                <a:sym typeface="Gotham Bold"/>
              </a:rPr>
              <a:t>TEMBEL ÇOCUK İLE PADİŞAH KIZI</a:t>
            </a:r>
          </a:p>
        </p:txBody>
      </p:sp>
      <p:sp>
        <p:nvSpPr>
          <p:cNvPr name="TextBox 18" id="18"/>
          <p:cNvSpPr txBox="true"/>
          <p:nvPr/>
        </p:nvSpPr>
        <p:spPr>
          <a:xfrm rot="0">
            <a:off x="6068500" y="8661165"/>
            <a:ext cx="6151000" cy="368300"/>
          </a:xfrm>
          <a:prstGeom prst="rect">
            <a:avLst/>
          </a:prstGeom>
        </p:spPr>
        <p:txBody>
          <a:bodyPr anchor="t" rtlCol="false" tIns="0" lIns="0" bIns="0" rIns="0">
            <a:spAutoFit/>
          </a:bodyPr>
          <a:lstStyle/>
          <a:p>
            <a:pPr algn="ctr">
              <a:lnSpc>
                <a:spcPts val="2800"/>
              </a:lnSpc>
              <a:spcBef>
                <a:spcPct val="0"/>
              </a:spcBef>
            </a:pPr>
            <a:r>
              <a:rPr lang="en-US" sz="2000" spc="1224">
                <a:solidFill>
                  <a:srgbClr val="191919"/>
                </a:solidFill>
                <a:latin typeface="Poppins"/>
                <a:ea typeface="Poppins"/>
                <a:cs typeface="Poppins"/>
                <a:sym typeface="Poppins"/>
              </a:rPr>
              <a:t>SINIF     NUMARA</a:t>
            </a:r>
          </a:p>
        </p:txBody>
      </p:sp>
      <p:grpSp>
        <p:nvGrpSpPr>
          <p:cNvPr name="Group 19" id="19"/>
          <p:cNvGrpSpPr/>
          <p:nvPr/>
        </p:nvGrpSpPr>
        <p:grpSpPr>
          <a:xfrm rot="0">
            <a:off x="-9965724" y="-1383136"/>
            <a:ext cx="10994424" cy="1099442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21" id="21"/>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5611088" y="9191625"/>
            <a:ext cx="6608412" cy="368300"/>
          </a:xfrm>
          <a:prstGeom prst="rect">
            <a:avLst/>
          </a:prstGeom>
        </p:spPr>
        <p:txBody>
          <a:bodyPr anchor="t" rtlCol="false" tIns="0" lIns="0" bIns="0" rIns="0">
            <a:spAutoFit/>
          </a:bodyPr>
          <a:lstStyle/>
          <a:p>
            <a:pPr algn="ctr">
              <a:lnSpc>
                <a:spcPts val="2800"/>
              </a:lnSpc>
              <a:spcBef>
                <a:spcPct val="0"/>
              </a:spcBef>
            </a:pPr>
            <a:r>
              <a:rPr lang="en-US" sz="2000" spc="1224">
                <a:solidFill>
                  <a:srgbClr val="191919"/>
                </a:solidFill>
                <a:latin typeface="Poppins"/>
                <a:ea typeface="Poppins"/>
                <a:cs typeface="Poppins"/>
                <a:sym typeface="Poppins"/>
              </a:rPr>
              <a:t>10/D        797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373119" y="-1315898"/>
            <a:ext cx="3499668" cy="13405540"/>
            <a:chOff x="0" y="0"/>
            <a:chExt cx="212191" cy="812800"/>
          </a:xfrm>
        </p:grpSpPr>
        <p:sp>
          <p:nvSpPr>
            <p:cNvPr name="Freeform 3" id="3"/>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F0000"/>
              </a:solidFill>
              <a:prstDash val="solid"/>
              <a:miter/>
            </a:ln>
          </p:spPr>
        </p:sp>
        <p:sp>
          <p:nvSpPr>
            <p:cNvPr name="TextBox 4" id="4"/>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965668" y="-5606768"/>
            <a:ext cx="10994424" cy="1099442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name="TextBox 7" id="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06082" y="1952203"/>
            <a:ext cx="992463" cy="99246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name="Group 12" id="12"/>
          <p:cNvGrpSpPr/>
          <p:nvPr/>
        </p:nvGrpSpPr>
        <p:grpSpPr>
          <a:xfrm rot="0">
            <a:off x="948235" y="4447339"/>
            <a:ext cx="508158" cy="543805"/>
            <a:chOff x="0" y="0"/>
            <a:chExt cx="812800" cy="869819"/>
          </a:xfrm>
        </p:grpSpPr>
        <p:sp>
          <p:nvSpPr>
            <p:cNvPr name="Freeform 13" id="1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4" id="1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15" id="15"/>
          <p:cNvGrpSpPr/>
          <p:nvPr/>
        </p:nvGrpSpPr>
        <p:grpSpPr>
          <a:xfrm rot="0">
            <a:off x="948235" y="3107362"/>
            <a:ext cx="508158" cy="543805"/>
            <a:chOff x="0" y="0"/>
            <a:chExt cx="812800" cy="869819"/>
          </a:xfrm>
        </p:grpSpPr>
        <p:sp>
          <p:nvSpPr>
            <p:cNvPr name="Freeform 16" id="1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7" id="1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18" id="18"/>
          <p:cNvGrpSpPr/>
          <p:nvPr/>
        </p:nvGrpSpPr>
        <p:grpSpPr>
          <a:xfrm rot="0">
            <a:off x="948235" y="5115753"/>
            <a:ext cx="508158" cy="543805"/>
            <a:chOff x="0" y="0"/>
            <a:chExt cx="812800" cy="869819"/>
          </a:xfrm>
        </p:grpSpPr>
        <p:sp>
          <p:nvSpPr>
            <p:cNvPr name="Freeform 19" id="19"/>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0" id="20"/>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21" id="21"/>
          <p:cNvGrpSpPr/>
          <p:nvPr/>
        </p:nvGrpSpPr>
        <p:grpSpPr>
          <a:xfrm rot="0">
            <a:off x="948235" y="3776486"/>
            <a:ext cx="508158" cy="543805"/>
            <a:chOff x="0" y="0"/>
            <a:chExt cx="812800" cy="869819"/>
          </a:xfrm>
        </p:grpSpPr>
        <p:sp>
          <p:nvSpPr>
            <p:cNvPr name="Freeform 22" id="2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3" id="2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24" id="24"/>
          <p:cNvGrpSpPr/>
          <p:nvPr/>
        </p:nvGrpSpPr>
        <p:grpSpPr>
          <a:xfrm rot="0">
            <a:off x="948235" y="6455730"/>
            <a:ext cx="508158" cy="543805"/>
            <a:chOff x="0" y="0"/>
            <a:chExt cx="812800" cy="869819"/>
          </a:xfrm>
        </p:grpSpPr>
        <p:sp>
          <p:nvSpPr>
            <p:cNvPr name="Freeform 25" id="25"/>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6" id="26"/>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7" id="27"/>
          <p:cNvGrpSpPr/>
          <p:nvPr/>
        </p:nvGrpSpPr>
        <p:grpSpPr>
          <a:xfrm rot="0">
            <a:off x="948235" y="5784877"/>
            <a:ext cx="508158" cy="543805"/>
            <a:chOff x="0" y="0"/>
            <a:chExt cx="812800" cy="869819"/>
          </a:xfrm>
        </p:grpSpPr>
        <p:sp>
          <p:nvSpPr>
            <p:cNvPr name="Freeform 28" id="28"/>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9" id="29"/>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30" id="30"/>
          <p:cNvGrpSpPr/>
          <p:nvPr/>
        </p:nvGrpSpPr>
        <p:grpSpPr>
          <a:xfrm rot="0">
            <a:off x="10398057" y="-643689"/>
            <a:ext cx="8423060" cy="12061121"/>
            <a:chOff x="0" y="0"/>
            <a:chExt cx="4434615" cy="6350000"/>
          </a:xfrm>
        </p:grpSpPr>
        <p:sp>
          <p:nvSpPr>
            <p:cNvPr name="Freeform 31" id="31"/>
            <p:cNvSpPr/>
            <p:nvPr/>
          </p:nvSpPr>
          <p:spPr>
            <a:xfrm flipH="false" flipV="false" rot="0">
              <a:off x="0" y="0"/>
              <a:ext cx="4434615" cy="6350000"/>
            </a:xfrm>
            <a:custGeom>
              <a:avLst/>
              <a:gdLst/>
              <a:ahLst/>
              <a:cxnLst/>
              <a:rect r="r" b="b" t="t" l="l"/>
              <a:pathLst>
                <a:path h="6350000" w="4434615">
                  <a:moveTo>
                    <a:pt x="0" y="3175000"/>
                  </a:moveTo>
                  <a:cubicBezTo>
                    <a:pt x="0" y="4928870"/>
                    <a:pt x="1984934" y="6350000"/>
                    <a:pt x="4434615" y="6350000"/>
                  </a:cubicBezTo>
                  <a:lnTo>
                    <a:pt x="4434615" y="0"/>
                  </a:lnTo>
                  <a:cubicBezTo>
                    <a:pt x="1984934" y="0"/>
                    <a:pt x="0" y="1421130"/>
                    <a:pt x="0" y="3175000"/>
                  </a:cubicBezTo>
                  <a:close/>
                </a:path>
              </a:pathLst>
            </a:custGeom>
            <a:blipFill>
              <a:blip r:embed="rId4"/>
              <a:stretch>
                <a:fillRect l="-21595" t="0" r="-21595" b="0"/>
              </a:stretch>
            </a:blipFill>
          </p:spPr>
        </p:sp>
      </p:grpSp>
      <p:grpSp>
        <p:nvGrpSpPr>
          <p:cNvPr name="Group 32" id="32"/>
          <p:cNvGrpSpPr/>
          <p:nvPr/>
        </p:nvGrpSpPr>
        <p:grpSpPr>
          <a:xfrm rot="0">
            <a:off x="948235" y="7123361"/>
            <a:ext cx="508158" cy="543805"/>
            <a:chOff x="0" y="0"/>
            <a:chExt cx="812800" cy="869819"/>
          </a:xfrm>
        </p:grpSpPr>
        <p:sp>
          <p:nvSpPr>
            <p:cNvPr name="Freeform 33" id="3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4" id="3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35" id="35"/>
          <p:cNvGrpSpPr/>
          <p:nvPr/>
        </p:nvGrpSpPr>
        <p:grpSpPr>
          <a:xfrm rot="0">
            <a:off x="948235" y="7790991"/>
            <a:ext cx="508158" cy="543805"/>
            <a:chOff x="0" y="0"/>
            <a:chExt cx="812800" cy="869819"/>
          </a:xfrm>
        </p:grpSpPr>
        <p:sp>
          <p:nvSpPr>
            <p:cNvPr name="Freeform 36" id="3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7" id="3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name="Group 38" id="38"/>
          <p:cNvGrpSpPr/>
          <p:nvPr/>
        </p:nvGrpSpPr>
        <p:grpSpPr>
          <a:xfrm rot="3945801">
            <a:off x="11868535" y="8125500"/>
            <a:ext cx="4776403" cy="4776403"/>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40" id="40"/>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41" id="41"/>
          <p:cNvSpPr/>
          <p:nvPr/>
        </p:nvSpPr>
        <p:spPr>
          <a:xfrm flipH="false" flipV="false" rot="3945801">
            <a:off x="12156571" y="7154038"/>
            <a:ext cx="1577153" cy="3243522"/>
          </a:xfrm>
          <a:custGeom>
            <a:avLst/>
            <a:gdLst/>
            <a:ahLst/>
            <a:cxnLst/>
            <a:rect r="r" b="b" t="t" l="l"/>
            <a:pathLst>
              <a:path h="3243522" w="1577153">
                <a:moveTo>
                  <a:pt x="0" y="0"/>
                </a:moveTo>
                <a:lnTo>
                  <a:pt x="1577154" y="0"/>
                </a:lnTo>
                <a:lnTo>
                  <a:pt x="1577154" y="3243523"/>
                </a:lnTo>
                <a:lnTo>
                  <a:pt x="0" y="3243523"/>
                </a:lnTo>
                <a:lnTo>
                  <a:pt x="0" y="0"/>
                </a:lnTo>
                <a:close/>
              </a:path>
            </a:pathLst>
          </a:custGeom>
          <a:blipFill>
            <a:blip r:embed="rId5">
              <a:extLst>
                <a:ext uri="{96DAC541-7B7A-43D3-8B79-37D633B846F1}">
                  <asvg:svgBlip xmlns:asvg="http://schemas.microsoft.com/office/drawing/2016/SVG/main" r:embed="rId6"/>
                </a:ext>
              </a:extLst>
            </a:blip>
            <a:stretch>
              <a:fillRect l="0" t="0" r="-204881" b="0"/>
            </a:stretch>
          </a:blipFill>
        </p:spPr>
      </p:sp>
      <p:sp>
        <p:nvSpPr>
          <p:cNvPr name="TextBox 42" id="42"/>
          <p:cNvSpPr txBox="true"/>
          <p:nvPr/>
        </p:nvSpPr>
        <p:spPr>
          <a:xfrm rot="0">
            <a:off x="2366855" y="2922208"/>
            <a:ext cx="7609552" cy="6306312"/>
          </a:xfrm>
          <a:prstGeom prst="rect">
            <a:avLst/>
          </a:prstGeom>
        </p:spPr>
        <p:txBody>
          <a:bodyPr anchor="t" rtlCol="false" tIns="0" lIns="0" bIns="0" rIns="0">
            <a:spAutoFit/>
          </a:bodyPr>
          <a:lstStyle/>
          <a:p>
            <a:pPr algn="l">
              <a:lnSpc>
                <a:spcPts val="6258"/>
              </a:lnSpc>
            </a:pPr>
            <a:r>
              <a:rPr lang="en-US" sz="4470">
                <a:solidFill>
                  <a:srgbClr val="191919"/>
                </a:solidFill>
                <a:latin typeface="Gotham"/>
                <a:ea typeface="Gotham"/>
                <a:cs typeface="Gotham"/>
                <a:sym typeface="Gotham"/>
              </a:rPr>
              <a:t>Evvel zaman içinde hem varmış hem yokmuş; ihtiyar bir kadının bir oğlu varmış; çok tembel imiş, o kadar ki; yatağından dışarı çıkmaz, her şeyi ayağına istermiş. Anası buna bir çare bulamamış.</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0882580" y="-3503638"/>
            <a:ext cx="12753441" cy="1275344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61950" cap="sq">
              <a:solidFill>
                <a:srgbClr val="FD6220">
                  <a:alpha val="25882"/>
                </a:srgbClr>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825944" y="1401285"/>
            <a:ext cx="7642360" cy="8473158"/>
            <a:chOff x="0" y="0"/>
            <a:chExt cx="10189813" cy="11297543"/>
          </a:xfrm>
        </p:grpSpPr>
        <p:pic>
          <p:nvPicPr>
            <p:cNvPr name="Picture 6" id="6"/>
            <p:cNvPicPr>
              <a:picLocks noChangeAspect="true"/>
            </p:cNvPicPr>
            <p:nvPr/>
          </p:nvPicPr>
          <p:blipFill>
            <a:blip r:embed="rId2"/>
            <a:srcRect l="4902" t="0" r="4902" b="0"/>
            <a:stretch>
              <a:fillRect/>
            </a:stretch>
          </p:blipFill>
          <p:spPr>
            <a:xfrm flipH="false" flipV="false">
              <a:off x="0" y="0"/>
              <a:ext cx="10189813" cy="11297543"/>
            </a:xfrm>
            <a:prstGeom prst="rect">
              <a:avLst/>
            </a:prstGeom>
          </p:spPr>
        </p:pic>
      </p:grpSp>
      <p:grpSp>
        <p:nvGrpSpPr>
          <p:cNvPr name="Group 7" id="7"/>
          <p:cNvGrpSpPr/>
          <p:nvPr/>
        </p:nvGrpSpPr>
        <p:grpSpPr>
          <a:xfrm rot="0">
            <a:off x="-1373119" y="-1315898"/>
            <a:ext cx="3499668" cy="13405540"/>
            <a:chOff x="0" y="0"/>
            <a:chExt cx="212191" cy="812800"/>
          </a:xfrm>
        </p:grpSpPr>
        <p:sp>
          <p:nvSpPr>
            <p:cNvPr name="Freeform 8" id="8"/>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9232C"/>
              </a:solidFill>
              <a:prstDash val="solid"/>
              <a:miter/>
            </a:ln>
          </p:spPr>
        </p:sp>
        <p:sp>
          <p:nvSpPr>
            <p:cNvPr name="TextBox 9" id="9"/>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6313420" y="9104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709357" y="2648112"/>
            <a:ext cx="992463" cy="992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name="Group 14" id="14"/>
          <p:cNvGrpSpPr/>
          <p:nvPr/>
        </p:nvGrpSpPr>
        <p:grpSpPr>
          <a:xfrm rot="0">
            <a:off x="951509" y="4428296"/>
            <a:ext cx="508158" cy="543805"/>
            <a:chOff x="0" y="0"/>
            <a:chExt cx="812800" cy="869819"/>
          </a:xfrm>
        </p:grpSpPr>
        <p:sp>
          <p:nvSpPr>
            <p:cNvPr name="Freeform 15" id="15"/>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6" id="16"/>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17" id="17"/>
          <p:cNvGrpSpPr/>
          <p:nvPr/>
        </p:nvGrpSpPr>
        <p:grpSpPr>
          <a:xfrm rot="0">
            <a:off x="951509" y="1982349"/>
            <a:ext cx="508158" cy="543805"/>
            <a:chOff x="0" y="0"/>
            <a:chExt cx="812800" cy="869819"/>
          </a:xfrm>
        </p:grpSpPr>
        <p:sp>
          <p:nvSpPr>
            <p:cNvPr name="Freeform 18" id="18"/>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9" id="19"/>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20" id="20"/>
          <p:cNvGrpSpPr/>
          <p:nvPr/>
        </p:nvGrpSpPr>
        <p:grpSpPr>
          <a:xfrm rot="0">
            <a:off x="951509" y="5094059"/>
            <a:ext cx="508158" cy="543805"/>
            <a:chOff x="0" y="0"/>
            <a:chExt cx="812800" cy="869819"/>
          </a:xfrm>
        </p:grpSpPr>
        <p:sp>
          <p:nvSpPr>
            <p:cNvPr name="Freeform 21" id="2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2" id="2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23" id="23"/>
          <p:cNvGrpSpPr/>
          <p:nvPr/>
        </p:nvGrpSpPr>
        <p:grpSpPr>
          <a:xfrm rot="0">
            <a:off x="951509" y="3762533"/>
            <a:ext cx="508158" cy="543805"/>
            <a:chOff x="0" y="0"/>
            <a:chExt cx="812800" cy="869819"/>
          </a:xfrm>
        </p:grpSpPr>
        <p:sp>
          <p:nvSpPr>
            <p:cNvPr name="Freeform 24" id="2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5" id="2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26" id="26"/>
          <p:cNvGrpSpPr/>
          <p:nvPr/>
        </p:nvGrpSpPr>
        <p:grpSpPr>
          <a:xfrm rot="0">
            <a:off x="951509" y="6425585"/>
            <a:ext cx="508158" cy="543805"/>
            <a:chOff x="0" y="0"/>
            <a:chExt cx="812800" cy="869819"/>
          </a:xfrm>
        </p:grpSpPr>
        <p:sp>
          <p:nvSpPr>
            <p:cNvPr name="Freeform 27" id="2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8" id="2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9" id="29"/>
          <p:cNvGrpSpPr/>
          <p:nvPr/>
        </p:nvGrpSpPr>
        <p:grpSpPr>
          <a:xfrm rot="0">
            <a:off x="951509" y="5759822"/>
            <a:ext cx="508158" cy="543805"/>
            <a:chOff x="0" y="0"/>
            <a:chExt cx="812800" cy="869819"/>
          </a:xfrm>
        </p:grpSpPr>
        <p:sp>
          <p:nvSpPr>
            <p:cNvPr name="Freeform 30" id="3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1" id="3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32" id="32"/>
          <p:cNvGrpSpPr/>
          <p:nvPr/>
        </p:nvGrpSpPr>
        <p:grpSpPr>
          <a:xfrm rot="0">
            <a:off x="951509" y="7093216"/>
            <a:ext cx="508158" cy="543805"/>
            <a:chOff x="0" y="0"/>
            <a:chExt cx="812800" cy="869819"/>
          </a:xfrm>
        </p:grpSpPr>
        <p:sp>
          <p:nvSpPr>
            <p:cNvPr name="Freeform 33" id="3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4" id="3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35" id="35"/>
          <p:cNvGrpSpPr/>
          <p:nvPr/>
        </p:nvGrpSpPr>
        <p:grpSpPr>
          <a:xfrm rot="0">
            <a:off x="951509" y="7760846"/>
            <a:ext cx="508158" cy="543805"/>
            <a:chOff x="0" y="0"/>
            <a:chExt cx="812800" cy="869819"/>
          </a:xfrm>
        </p:grpSpPr>
        <p:sp>
          <p:nvSpPr>
            <p:cNvPr name="Freeform 36" id="3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7" id="3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name="TextBox 38" id="38"/>
          <p:cNvSpPr txBox="true"/>
          <p:nvPr/>
        </p:nvSpPr>
        <p:spPr>
          <a:xfrm rot="0">
            <a:off x="2321426" y="899218"/>
            <a:ext cx="7699395" cy="6582538"/>
          </a:xfrm>
          <a:prstGeom prst="rect">
            <a:avLst/>
          </a:prstGeom>
        </p:spPr>
        <p:txBody>
          <a:bodyPr anchor="t" rtlCol="false" tIns="0" lIns="0" bIns="0" rIns="0">
            <a:spAutoFit/>
          </a:bodyPr>
          <a:lstStyle/>
          <a:p>
            <a:pPr algn="l">
              <a:lnSpc>
                <a:spcPts val="10457"/>
              </a:lnSpc>
            </a:pPr>
            <a:r>
              <a:rPr lang="en-US" sz="7469">
                <a:solidFill>
                  <a:srgbClr val="191919"/>
                </a:solidFill>
                <a:latin typeface="Gotham"/>
                <a:ea typeface="Gotham"/>
                <a:cs typeface="Gotham"/>
                <a:sym typeface="Gotham"/>
              </a:rPr>
              <a:t>O yerin kralı bir gün uğursuz bellediği küçük kızını, kovmuş, sokağa atmış.</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9144000" y="654900"/>
            <a:ext cx="6600492" cy="9422123"/>
            <a:chOff x="0" y="0"/>
            <a:chExt cx="8800655" cy="12562830"/>
          </a:xfrm>
        </p:grpSpPr>
        <p:pic>
          <p:nvPicPr>
            <p:cNvPr name="Picture 3" id="3"/>
            <p:cNvPicPr>
              <a:picLocks noChangeAspect="true"/>
            </p:cNvPicPr>
            <p:nvPr/>
          </p:nvPicPr>
          <p:blipFill>
            <a:blip r:embed="rId2"/>
            <a:srcRect l="7821" t="0" r="22124" b="0"/>
            <a:stretch>
              <a:fillRect/>
            </a:stretch>
          </p:blipFill>
          <p:spPr>
            <a:xfrm flipH="false" flipV="false">
              <a:off x="0" y="0"/>
              <a:ext cx="8800655" cy="12562830"/>
            </a:xfrm>
            <a:prstGeom prst="rect">
              <a:avLst/>
            </a:prstGeom>
          </p:spPr>
        </p:pic>
      </p:grpSp>
      <p:grpSp>
        <p:nvGrpSpPr>
          <p:cNvPr name="Group 4" id="4"/>
          <p:cNvGrpSpPr/>
          <p:nvPr/>
        </p:nvGrpSpPr>
        <p:grpSpPr>
          <a:xfrm rot="0">
            <a:off x="-1373119" y="-1315898"/>
            <a:ext cx="3499668" cy="13405540"/>
            <a:chOff x="0" y="0"/>
            <a:chExt cx="212191" cy="812800"/>
          </a:xfrm>
        </p:grpSpPr>
        <p:sp>
          <p:nvSpPr>
            <p:cNvPr name="Freeform 5" id="5"/>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9232C"/>
              </a:solidFill>
              <a:prstDash val="solid"/>
              <a:miter/>
            </a:ln>
          </p:spPr>
        </p:sp>
        <p:sp>
          <p:nvSpPr>
            <p:cNvPr name="TextBox 6" id="6"/>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09357" y="3315742"/>
            <a:ext cx="992463" cy="99246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name="Group 10" id="10"/>
          <p:cNvGrpSpPr/>
          <p:nvPr/>
        </p:nvGrpSpPr>
        <p:grpSpPr>
          <a:xfrm rot="0">
            <a:off x="951509" y="4428296"/>
            <a:ext cx="508158" cy="543805"/>
            <a:chOff x="0" y="0"/>
            <a:chExt cx="812800" cy="869819"/>
          </a:xfrm>
        </p:grpSpPr>
        <p:sp>
          <p:nvSpPr>
            <p:cNvPr name="Freeform 11" id="1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2" id="1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13" id="13"/>
          <p:cNvGrpSpPr/>
          <p:nvPr/>
        </p:nvGrpSpPr>
        <p:grpSpPr>
          <a:xfrm rot="0">
            <a:off x="951509" y="1982349"/>
            <a:ext cx="508158" cy="543805"/>
            <a:chOff x="0" y="0"/>
            <a:chExt cx="812800" cy="869819"/>
          </a:xfrm>
        </p:grpSpPr>
        <p:sp>
          <p:nvSpPr>
            <p:cNvPr name="Freeform 14" id="1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5" id="1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6" id="16"/>
          <p:cNvGrpSpPr/>
          <p:nvPr/>
        </p:nvGrpSpPr>
        <p:grpSpPr>
          <a:xfrm rot="0">
            <a:off x="951509" y="5094059"/>
            <a:ext cx="508158" cy="543805"/>
            <a:chOff x="0" y="0"/>
            <a:chExt cx="812800" cy="869819"/>
          </a:xfrm>
        </p:grpSpPr>
        <p:sp>
          <p:nvSpPr>
            <p:cNvPr name="Freeform 17" id="1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8" id="1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19" id="19"/>
          <p:cNvGrpSpPr/>
          <p:nvPr/>
        </p:nvGrpSpPr>
        <p:grpSpPr>
          <a:xfrm rot="0">
            <a:off x="951509" y="2648112"/>
            <a:ext cx="508158" cy="543805"/>
            <a:chOff x="0" y="0"/>
            <a:chExt cx="812800" cy="869819"/>
          </a:xfrm>
        </p:grpSpPr>
        <p:sp>
          <p:nvSpPr>
            <p:cNvPr name="Freeform 20" id="2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1" id="2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22" id="22"/>
          <p:cNvGrpSpPr/>
          <p:nvPr/>
        </p:nvGrpSpPr>
        <p:grpSpPr>
          <a:xfrm rot="0">
            <a:off x="951509" y="6425585"/>
            <a:ext cx="508158" cy="543805"/>
            <a:chOff x="0" y="0"/>
            <a:chExt cx="812800" cy="869819"/>
          </a:xfrm>
        </p:grpSpPr>
        <p:sp>
          <p:nvSpPr>
            <p:cNvPr name="Freeform 23" id="2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4" id="2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5" id="25"/>
          <p:cNvGrpSpPr/>
          <p:nvPr/>
        </p:nvGrpSpPr>
        <p:grpSpPr>
          <a:xfrm rot="0">
            <a:off x="951509" y="5759822"/>
            <a:ext cx="508158" cy="543805"/>
            <a:chOff x="0" y="0"/>
            <a:chExt cx="812800" cy="869819"/>
          </a:xfrm>
        </p:grpSpPr>
        <p:sp>
          <p:nvSpPr>
            <p:cNvPr name="Freeform 26" id="2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7" id="2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28" id="28"/>
          <p:cNvGrpSpPr/>
          <p:nvPr/>
        </p:nvGrpSpPr>
        <p:grpSpPr>
          <a:xfrm rot="0">
            <a:off x="15994763" y="1028700"/>
            <a:ext cx="1436473" cy="3317308"/>
            <a:chOff x="0" y="0"/>
            <a:chExt cx="1915297" cy="4423077"/>
          </a:xfrm>
        </p:grpSpPr>
        <p:sp>
          <p:nvSpPr>
            <p:cNvPr name="AutoShape 29" id="29"/>
            <p:cNvSpPr/>
            <p:nvPr/>
          </p:nvSpPr>
          <p:spPr>
            <a:xfrm>
              <a:off x="0" y="0"/>
              <a:ext cx="1915297" cy="4423077"/>
            </a:xfrm>
            <a:prstGeom prst="rect">
              <a:avLst/>
            </a:prstGeom>
            <a:solidFill>
              <a:srgbClr val="FD6220"/>
            </a:solidFill>
          </p:spPr>
        </p:sp>
      </p:grpSp>
      <p:grpSp>
        <p:nvGrpSpPr>
          <p:cNvPr name="Group 30" id="30"/>
          <p:cNvGrpSpPr/>
          <p:nvPr/>
        </p:nvGrpSpPr>
        <p:grpSpPr>
          <a:xfrm rot="0">
            <a:off x="951509" y="7093216"/>
            <a:ext cx="508158" cy="543805"/>
            <a:chOff x="0" y="0"/>
            <a:chExt cx="812800" cy="869819"/>
          </a:xfrm>
        </p:grpSpPr>
        <p:sp>
          <p:nvSpPr>
            <p:cNvPr name="Freeform 31" id="3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2" id="3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33" id="33"/>
          <p:cNvGrpSpPr/>
          <p:nvPr/>
        </p:nvGrpSpPr>
        <p:grpSpPr>
          <a:xfrm rot="0">
            <a:off x="951509" y="7760846"/>
            <a:ext cx="508158" cy="543805"/>
            <a:chOff x="0" y="0"/>
            <a:chExt cx="812800" cy="869819"/>
          </a:xfrm>
        </p:grpSpPr>
        <p:sp>
          <p:nvSpPr>
            <p:cNvPr name="Freeform 34" id="3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5" id="3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name="Group 36" id="36"/>
          <p:cNvGrpSpPr/>
          <p:nvPr/>
        </p:nvGrpSpPr>
        <p:grpSpPr>
          <a:xfrm rot="0">
            <a:off x="16439471" y="8737362"/>
            <a:ext cx="3697059" cy="369705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 cap="sq">
              <a:solidFill>
                <a:srgbClr val="FD6220"/>
              </a:solidFill>
              <a:prstDash val="solid"/>
              <a:miter/>
            </a:ln>
          </p:spPr>
        </p:sp>
        <p:sp>
          <p:nvSpPr>
            <p:cNvPr name="TextBox 38" id="3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39" id="39"/>
          <p:cNvSpPr txBox="true"/>
          <p:nvPr/>
        </p:nvSpPr>
        <p:spPr>
          <a:xfrm rot="0">
            <a:off x="2373619" y="1294447"/>
            <a:ext cx="6770381" cy="8450580"/>
          </a:xfrm>
          <a:prstGeom prst="rect">
            <a:avLst/>
          </a:prstGeom>
        </p:spPr>
        <p:txBody>
          <a:bodyPr anchor="t" rtlCol="false" tIns="0" lIns="0" bIns="0" rIns="0">
            <a:spAutoFit/>
          </a:bodyPr>
          <a:lstStyle/>
          <a:p>
            <a:pPr algn="l">
              <a:lnSpc>
                <a:spcPts val="6719"/>
              </a:lnSpc>
            </a:pPr>
            <a:r>
              <a:rPr lang="en-US" sz="4800">
                <a:solidFill>
                  <a:srgbClr val="191919"/>
                </a:solidFill>
                <a:latin typeface="Gotham"/>
                <a:ea typeface="Gotham"/>
                <a:cs typeface="Gotham"/>
                <a:sym typeface="Gotham"/>
              </a:rPr>
              <a:t>Kız da başını alır, gide gide yolu bir kulübeye düşer; meğer orası oğlanın barınağı imiş. İçeri girince oğlanı yatar görür. Oğlan kızdan hemen ekmek istemiş. Kız oğlanı âlâ bir sopa çekerek ıslatır.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1524850" y="1172259"/>
            <a:ext cx="6580978" cy="6588587"/>
            <a:chOff x="0" y="0"/>
            <a:chExt cx="8774637" cy="8784782"/>
          </a:xfrm>
        </p:grpSpPr>
        <p:pic>
          <p:nvPicPr>
            <p:cNvPr name="Picture 3" id="3"/>
            <p:cNvPicPr>
              <a:picLocks noChangeAspect="true"/>
            </p:cNvPicPr>
            <p:nvPr/>
          </p:nvPicPr>
          <p:blipFill>
            <a:blip r:embed="rId2"/>
            <a:srcRect l="57" t="0" r="57" b="0"/>
            <a:stretch>
              <a:fillRect/>
            </a:stretch>
          </p:blipFill>
          <p:spPr>
            <a:xfrm flipH="false" flipV="false">
              <a:off x="0" y="0"/>
              <a:ext cx="8774637" cy="8784782"/>
            </a:xfrm>
            <a:prstGeom prst="rect">
              <a:avLst/>
            </a:prstGeom>
          </p:spPr>
        </p:pic>
      </p:grpSp>
      <p:grpSp>
        <p:nvGrpSpPr>
          <p:cNvPr name="Group 4" id="4"/>
          <p:cNvGrpSpPr/>
          <p:nvPr/>
        </p:nvGrpSpPr>
        <p:grpSpPr>
          <a:xfrm rot="0">
            <a:off x="-1373119" y="-1315898"/>
            <a:ext cx="3499668" cy="13405540"/>
            <a:chOff x="0" y="0"/>
            <a:chExt cx="212191" cy="812800"/>
          </a:xfrm>
        </p:grpSpPr>
        <p:sp>
          <p:nvSpPr>
            <p:cNvPr name="Freeform 5" id="5"/>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name="TextBox 6" id="6"/>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09357" y="3983373"/>
            <a:ext cx="992463" cy="99246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name="Group 10" id="10"/>
          <p:cNvGrpSpPr/>
          <p:nvPr/>
        </p:nvGrpSpPr>
        <p:grpSpPr>
          <a:xfrm rot="0">
            <a:off x="951509" y="3315742"/>
            <a:ext cx="508158" cy="543805"/>
            <a:chOff x="0" y="0"/>
            <a:chExt cx="812800" cy="869819"/>
          </a:xfrm>
        </p:grpSpPr>
        <p:sp>
          <p:nvSpPr>
            <p:cNvPr name="Freeform 11" id="1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2" id="1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13" id="13"/>
          <p:cNvGrpSpPr/>
          <p:nvPr/>
        </p:nvGrpSpPr>
        <p:grpSpPr>
          <a:xfrm rot="0">
            <a:off x="951509" y="1982349"/>
            <a:ext cx="508158" cy="543805"/>
            <a:chOff x="0" y="0"/>
            <a:chExt cx="812800" cy="869819"/>
          </a:xfrm>
        </p:grpSpPr>
        <p:sp>
          <p:nvSpPr>
            <p:cNvPr name="Freeform 14" id="1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5" id="1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6" id="16"/>
          <p:cNvGrpSpPr/>
          <p:nvPr/>
        </p:nvGrpSpPr>
        <p:grpSpPr>
          <a:xfrm rot="0">
            <a:off x="951509" y="5094059"/>
            <a:ext cx="508158" cy="543805"/>
            <a:chOff x="0" y="0"/>
            <a:chExt cx="812800" cy="869819"/>
          </a:xfrm>
        </p:grpSpPr>
        <p:sp>
          <p:nvSpPr>
            <p:cNvPr name="Freeform 17" id="1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8" id="1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19" id="19"/>
          <p:cNvGrpSpPr/>
          <p:nvPr/>
        </p:nvGrpSpPr>
        <p:grpSpPr>
          <a:xfrm rot="0">
            <a:off x="951509" y="2648112"/>
            <a:ext cx="508158" cy="543805"/>
            <a:chOff x="0" y="0"/>
            <a:chExt cx="812800" cy="869819"/>
          </a:xfrm>
        </p:grpSpPr>
        <p:sp>
          <p:nvSpPr>
            <p:cNvPr name="Freeform 20" id="2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1" id="2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22" id="22"/>
          <p:cNvGrpSpPr/>
          <p:nvPr/>
        </p:nvGrpSpPr>
        <p:grpSpPr>
          <a:xfrm rot="0">
            <a:off x="951509" y="6425585"/>
            <a:ext cx="508158" cy="543805"/>
            <a:chOff x="0" y="0"/>
            <a:chExt cx="812800" cy="869819"/>
          </a:xfrm>
        </p:grpSpPr>
        <p:sp>
          <p:nvSpPr>
            <p:cNvPr name="Freeform 23" id="2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4" id="2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5" id="25"/>
          <p:cNvGrpSpPr/>
          <p:nvPr/>
        </p:nvGrpSpPr>
        <p:grpSpPr>
          <a:xfrm rot="0">
            <a:off x="951509" y="5759822"/>
            <a:ext cx="508158" cy="543805"/>
            <a:chOff x="0" y="0"/>
            <a:chExt cx="812800" cy="869819"/>
          </a:xfrm>
        </p:grpSpPr>
        <p:sp>
          <p:nvSpPr>
            <p:cNvPr name="Freeform 26" id="2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7" id="2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28" id="28"/>
          <p:cNvGrpSpPr/>
          <p:nvPr/>
        </p:nvGrpSpPr>
        <p:grpSpPr>
          <a:xfrm rot="0">
            <a:off x="951509" y="7093216"/>
            <a:ext cx="508158" cy="543805"/>
            <a:chOff x="0" y="0"/>
            <a:chExt cx="812800" cy="869819"/>
          </a:xfrm>
        </p:grpSpPr>
        <p:sp>
          <p:nvSpPr>
            <p:cNvPr name="Freeform 29" id="29"/>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0" id="30"/>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31" id="31"/>
          <p:cNvGrpSpPr/>
          <p:nvPr/>
        </p:nvGrpSpPr>
        <p:grpSpPr>
          <a:xfrm rot="0">
            <a:off x="951509" y="7760846"/>
            <a:ext cx="508158" cy="543805"/>
            <a:chOff x="0" y="0"/>
            <a:chExt cx="812800" cy="869819"/>
          </a:xfrm>
        </p:grpSpPr>
        <p:sp>
          <p:nvSpPr>
            <p:cNvPr name="Freeform 32" id="3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3" id="3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name="Group 34" id="34"/>
          <p:cNvGrpSpPr/>
          <p:nvPr/>
        </p:nvGrpSpPr>
        <p:grpSpPr>
          <a:xfrm rot="0">
            <a:off x="11762088" y="-9632634"/>
            <a:ext cx="10994424" cy="1099442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36" id="36"/>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2384849" y="818091"/>
            <a:ext cx="6558911" cy="6671544"/>
          </a:xfrm>
          <a:prstGeom prst="rect">
            <a:avLst/>
          </a:prstGeom>
        </p:spPr>
        <p:txBody>
          <a:bodyPr anchor="t" rtlCol="false" tIns="0" lIns="0" bIns="0" rIns="0">
            <a:spAutoFit/>
          </a:bodyPr>
          <a:lstStyle/>
          <a:p>
            <a:pPr algn="l">
              <a:lnSpc>
                <a:spcPts val="6616"/>
              </a:lnSpc>
            </a:pPr>
            <a:r>
              <a:rPr lang="en-US" sz="4726">
                <a:solidFill>
                  <a:srgbClr val="191919"/>
                </a:solidFill>
                <a:latin typeface="Gotham"/>
                <a:ea typeface="Gotham"/>
                <a:cs typeface="Gotham"/>
                <a:sym typeface="Gotham"/>
              </a:rPr>
              <a:t>Oğlan kıza Azrail adını vermiş. Derken oğlan yavaş yavaş huyunu bırakarak işe gitmeye, her şeyi kendi eliyle yemeye, her işini kendi ayağı ile görmeye başlamış,</a:t>
            </a:r>
          </a:p>
        </p:txBody>
      </p:sp>
      <p:sp>
        <p:nvSpPr>
          <p:cNvPr name="TextBox 38" id="38"/>
          <p:cNvSpPr txBox="true"/>
          <p:nvPr/>
        </p:nvSpPr>
        <p:spPr>
          <a:xfrm rot="0">
            <a:off x="2384849" y="7937499"/>
            <a:ext cx="11679986" cy="1649289"/>
          </a:xfrm>
          <a:prstGeom prst="rect">
            <a:avLst/>
          </a:prstGeom>
        </p:spPr>
        <p:txBody>
          <a:bodyPr anchor="t" rtlCol="false" tIns="0" lIns="0" bIns="0" rIns="0">
            <a:spAutoFit/>
          </a:bodyPr>
          <a:lstStyle/>
          <a:p>
            <a:pPr algn="l">
              <a:lnSpc>
                <a:spcPts val="6616"/>
              </a:lnSpc>
            </a:pPr>
            <a:r>
              <a:rPr lang="en-US" sz="4726">
                <a:solidFill>
                  <a:srgbClr val="191919"/>
                </a:solidFill>
                <a:latin typeface="Gotham"/>
                <a:ea typeface="Gotham"/>
                <a:cs typeface="Gotham"/>
                <a:sym typeface="Gotham"/>
              </a:rPr>
              <a:t>O yerde deveciler varmış. Annesi onu oraya çalışmaya vermiş.</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373119" y="-1315898"/>
            <a:ext cx="3499668" cy="13405540"/>
            <a:chOff x="0" y="0"/>
            <a:chExt cx="212191" cy="812800"/>
          </a:xfrm>
        </p:grpSpPr>
        <p:sp>
          <p:nvSpPr>
            <p:cNvPr name="Freeform 3" id="3"/>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name="TextBox 4" id="4"/>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09357" y="4655766"/>
            <a:ext cx="992463" cy="99246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name="Group 8" id="8"/>
          <p:cNvGrpSpPr/>
          <p:nvPr/>
        </p:nvGrpSpPr>
        <p:grpSpPr>
          <a:xfrm rot="0">
            <a:off x="951509" y="3320505"/>
            <a:ext cx="508158" cy="543805"/>
            <a:chOff x="0" y="0"/>
            <a:chExt cx="812800" cy="869819"/>
          </a:xfrm>
        </p:grpSpPr>
        <p:sp>
          <p:nvSpPr>
            <p:cNvPr name="Freeform 9" id="9"/>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0" id="10"/>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11" id="11"/>
          <p:cNvGrpSpPr/>
          <p:nvPr/>
        </p:nvGrpSpPr>
        <p:grpSpPr>
          <a:xfrm rot="0">
            <a:off x="951509" y="1987111"/>
            <a:ext cx="508158" cy="543805"/>
            <a:chOff x="0" y="0"/>
            <a:chExt cx="812800" cy="869819"/>
          </a:xfrm>
        </p:grpSpPr>
        <p:sp>
          <p:nvSpPr>
            <p:cNvPr name="Freeform 12" id="1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3" id="1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4" id="14"/>
          <p:cNvGrpSpPr/>
          <p:nvPr/>
        </p:nvGrpSpPr>
        <p:grpSpPr>
          <a:xfrm rot="0">
            <a:off x="951509" y="3988135"/>
            <a:ext cx="508158" cy="543805"/>
            <a:chOff x="0" y="0"/>
            <a:chExt cx="812800" cy="869819"/>
          </a:xfrm>
        </p:grpSpPr>
        <p:sp>
          <p:nvSpPr>
            <p:cNvPr name="Freeform 15" id="15"/>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6" id="16"/>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17" id="17"/>
          <p:cNvGrpSpPr/>
          <p:nvPr/>
        </p:nvGrpSpPr>
        <p:grpSpPr>
          <a:xfrm rot="0">
            <a:off x="951509" y="2652874"/>
            <a:ext cx="508158" cy="543805"/>
            <a:chOff x="0" y="0"/>
            <a:chExt cx="812800" cy="869819"/>
          </a:xfrm>
        </p:grpSpPr>
        <p:sp>
          <p:nvSpPr>
            <p:cNvPr name="Freeform 18" id="18"/>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9" id="19"/>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20" id="20"/>
          <p:cNvGrpSpPr/>
          <p:nvPr/>
        </p:nvGrpSpPr>
        <p:grpSpPr>
          <a:xfrm rot="0">
            <a:off x="951509" y="6430348"/>
            <a:ext cx="508158" cy="543805"/>
            <a:chOff x="0" y="0"/>
            <a:chExt cx="812800" cy="869819"/>
          </a:xfrm>
        </p:grpSpPr>
        <p:sp>
          <p:nvSpPr>
            <p:cNvPr name="Freeform 21" id="2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2" id="2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3" id="23"/>
          <p:cNvGrpSpPr/>
          <p:nvPr/>
        </p:nvGrpSpPr>
        <p:grpSpPr>
          <a:xfrm rot="0">
            <a:off x="951509" y="5764584"/>
            <a:ext cx="508158" cy="543805"/>
            <a:chOff x="0" y="0"/>
            <a:chExt cx="812800" cy="869819"/>
          </a:xfrm>
        </p:grpSpPr>
        <p:sp>
          <p:nvSpPr>
            <p:cNvPr name="Freeform 24" id="2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5" id="2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26" id="26"/>
          <p:cNvGrpSpPr/>
          <p:nvPr/>
        </p:nvGrpSpPr>
        <p:grpSpPr>
          <a:xfrm rot="0">
            <a:off x="951509" y="7088453"/>
            <a:ext cx="508158" cy="543805"/>
            <a:chOff x="0" y="0"/>
            <a:chExt cx="812800" cy="869819"/>
          </a:xfrm>
        </p:grpSpPr>
        <p:sp>
          <p:nvSpPr>
            <p:cNvPr name="Freeform 27" id="2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8" id="2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29" id="29"/>
          <p:cNvGrpSpPr/>
          <p:nvPr/>
        </p:nvGrpSpPr>
        <p:grpSpPr>
          <a:xfrm rot="0">
            <a:off x="951509" y="7756083"/>
            <a:ext cx="508158" cy="543805"/>
            <a:chOff x="0" y="0"/>
            <a:chExt cx="812800" cy="869819"/>
          </a:xfrm>
        </p:grpSpPr>
        <p:sp>
          <p:nvSpPr>
            <p:cNvPr name="Freeform 30" id="3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1" id="3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name="Group 32" id="32"/>
          <p:cNvGrpSpPr/>
          <p:nvPr/>
        </p:nvGrpSpPr>
        <p:grpSpPr>
          <a:xfrm rot="0">
            <a:off x="10343676" y="585466"/>
            <a:ext cx="6915624" cy="6805339"/>
            <a:chOff x="0" y="0"/>
            <a:chExt cx="6412480" cy="6310219"/>
          </a:xfrm>
        </p:grpSpPr>
        <p:sp>
          <p:nvSpPr>
            <p:cNvPr name="Freeform 33" id="33"/>
            <p:cNvSpPr/>
            <p:nvPr/>
          </p:nvSpPr>
          <p:spPr>
            <a:xfrm flipH="false" flipV="false" rot="0">
              <a:off x="0" y="0"/>
              <a:ext cx="6412480" cy="6310219"/>
            </a:xfrm>
            <a:custGeom>
              <a:avLst/>
              <a:gdLst/>
              <a:ahLst/>
              <a:cxnLst/>
              <a:rect r="r" b="b" t="t" l="l"/>
              <a:pathLst>
                <a:path h="6310219" w="6412480">
                  <a:moveTo>
                    <a:pt x="0" y="3155109"/>
                  </a:moveTo>
                  <a:cubicBezTo>
                    <a:pt x="0" y="1413489"/>
                    <a:pt x="574558" y="0"/>
                    <a:pt x="1282496" y="0"/>
                  </a:cubicBezTo>
                  <a:lnTo>
                    <a:pt x="5129984" y="0"/>
                  </a:lnTo>
                  <a:cubicBezTo>
                    <a:pt x="5837922" y="0"/>
                    <a:pt x="6412480" y="1413489"/>
                    <a:pt x="6412480" y="3155109"/>
                  </a:cubicBezTo>
                  <a:cubicBezTo>
                    <a:pt x="6412480" y="4896729"/>
                    <a:pt x="5837922" y="6310219"/>
                    <a:pt x="5129984" y="6310219"/>
                  </a:cubicBezTo>
                  <a:lnTo>
                    <a:pt x="1282496" y="6310219"/>
                  </a:lnTo>
                  <a:cubicBezTo>
                    <a:pt x="574558" y="6310219"/>
                    <a:pt x="0" y="4896729"/>
                    <a:pt x="0" y="3155109"/>
                  </a:cubicBezTo>
                  <a:close/>
                </a:path>
              </a:pathLst>
            </a:custGeom>
            <a:blipFill>
              <a:blip r:embed="rId2"/>
              <a:stretch>
                <a:fillRect l="0" t="-810" r="0" b="-810"/>
              </a:stretch>
            </a:blipFill>
          </p:spPr>
        </p:sp>
      </p:grpSp>
      <p:grpSp>
        <p:nvGrpSpPr>
          <p:cNvPr name="Group 34" id="34"/>
          <p:cNvGrpSpPr/>
          <p:nvPr/>
        </p:nvGrpSpPr>
        <p:grpSpPr>
          <a:xfrm rot="0">
            <a:off x="11762088" y="-9632634"/>
            <a:ext cx="10994424" cy="1099442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36" id="36"/>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2362388" y="757255"/>
            <a:ext cx="7747654" cy="6581676"/>
          </a:xfrm>
          <a:prstGeom prst="rect">
            <a:avLst/>
          </a:prstGeom>
        </p:spPr>
        <p:txBody>
          <a:bodyPr anchor="t" rtlCol="false" tIns="0" lIns="0" bIns="0" rIns="0">
            <a:spAutoFit/>
          </a:bodyPr>
          <a:lstStyle/>
          <a:p>
            <a:pPr algn="l">
              <a:lnSpc>
                <a:spcPts val="5780"/>
              </a:lnSpc>
            </a:pPr>
            <a:r>
              <a:rPr lang="en-US" sz="4128">
                <a:solidFill>
                  <a:srgbClr val="191919"/>
                </a:solidFill>
                <a:latin typeface="Gotham"/>
                <a:ea typeface="Gotham"/>
                <a:cs typeface="Gotham"/>
                <a:sym typeface="Gotham"/>
              </a:rPr>
              <a:t>Oğlan ne kadar para alıyorsa bütün kazancını kızın eline verir, bir kuruş olsun harcamazmış. Böylece geçinip giderlerken deveciler mal alıp vermek üzere geziye çıkmışlar, oğlanı da yanlarına almışlar; anası ile kral kızı evde kalmışlar.</a:t>
            </a:r>
          </a:p>
        </p:txBody>
      </p:sp>
      <p:sp>
        <p:nvSpPr>
          <p:cNvPr name="TextBox 38" id="38"/>
          <p:cNvSpPr txBox="true"/>
          <p:nvPr/>
        </p:nvSpPr>
        <p:spPr>
          <a:xfrm rot="0">
            <a:off x="2362388" y="7708458"/>
            <a:ext cx="15579065" cy="2390188"/>
          </a:xfrm>
          <a:prstGeom prst="rect">
            <a:avLst/>
          </a:prstGeom>
        </p:spPr>
        <p:txBody>
          <a:bodyPr anchor="t" rtlCol="false" tIns="0" lIns="0" bIns="0" rIns="0">
            <a:spAutoFit/>
          </a:bodyPr>
          <a:lstStyle/>
          <a:p>
            <a:pPr algn="l">
              <a:lnSpc>
                <a:spcPts val="3182"/>
              </a:lnSpc>
            </a:pPr>
            <a:r>
              <a:rPr lang="en-US" sz="2273">
                <a:solidFill>
                  <a:srgbClr val="191919"/>
                </a:solidFill>
                <a:latin typeface="Gotham"/>
                <a:ea typeface="Gotham"/>
                <a:cs typeface="Gotham"/>
                <a:sym typeface="Gotham"/>
              </a:rPr>
              <a:t>Yolcular çok susamışlar, dilleri damaklarına yapışmış. Derken bir kuyu bulmuşlar; fakat suyu akmıyormuş, eksilmiş Oğlana: “İn şu kuyuya suyu salıver.” demişler. Oğlan hiç korkmadan kuyuya inmiş. Orada oğlanın karşısına uzun sakallı bir dede çıkmış, oğlana bir nar ve bir de havlu vermiş. Oğlan bunları saklayarak yukarı çıkmış. Bu arada kuyunun suyu da akmaya başlamış. Arkadaşları kana kana içerlerken oğlan bir aralık sıvışarak koşa koşa eve varmış, tez dönerek kervanın yanına gelmiş. Neyse gidecekleri yere varmışlar, Oğlan devecilerle gezedursun.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818594" y="64644"/>
            <a:ext cx="5440706" cy="5440706"/>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2"/>
              <a:stretch>
                <a:fillRect l="0" t="0" r="0" b="0"/>
              </a:stretch>
            </a:blipFill>
          </p:spPr>
        </p:sp>
        <p:sp>
          <p:nvSpPr>
            <p:cNvPr name="Freeform 4" id="4"/>
            <p:cNvSpPr/>
            <p:nvPr/>
          </p:nvSpPr>
          <p:spPr>
            <a:xfrm flipH="false" flipV="false" rot="0">
              <a:off x="0" y="0"/>
              <a:ext cx="6350000" cy="6350000"/>
            </a:xfrm>
            <a:custGeom>
              <a:avLst/>
              <a:gdLst/>
              <a:ahLst/>
              <a:cxnLst/>
              <a:rect r="r" b="b" t="t" l="l"/>
              <a:pathLst>
                <a:path h="6350000" w="6350000">
                  <a:moveTo>
                    <a:pt x="5715000" y="19050"/>
                  </a:moveTo>
                  <a:cubicBezTo>
                    <a:pt x="6054090" y="19050"/>
                    <a:pt x="6330950" y="295910"/>
                    <a:pt x="6330950" y="635000"/>
                  </a:cubicBezTo>
                  <a:lnTo>
                    <a:pt x="6330950" y="5715000"/>
                  </a:lnTo>
                  <a:cubicBezTo>
                    <a:pt x="6330950" y="6054090"/>
                    <a:pt x="6054090" y="6330950"/>
                    <a:pt x="5715000" y="6330950"/>
                  </a:cubicBezTo>
                  <a:lnTo>
                    <a:pt x="635000" y="6330950"/>
                  </a:lnTo>
                  <a:cubicBezTo>
                    <a:pt x="295910" y="6330950"/>
                    <a:pt x="19050" y="6054090"/>
                    <a:pt x="19050" y="571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5715000"/>
                  </a:lnTo>
                  <a:cubicBezTo>
                    <a:pt x="0" y="6065520"/>
                    <a:pt x="284480" y="6350000"/>
                    <a:pt x="635000" y="6350000"/>
                  </a:cubicBezTo>
                  <a:lnTo>
                    <a:pt x="5715000" y="6350000"/>
                  </a:lnTo>
                  <a:cubicBezTo>
                    <a:pt x="6065520" y="6350000"/>
                    <a:pt x="6350000" y="6065520"/>
                    <a:pt x="6350000" y="5715000"/>
                  </a:cubicBezTo>
                  <a:lnTo>
                    <a:pt x="6350000" y="635000"/>
                  </a:lnTo>
                  <a:cubicBezTo>
                    <a:pt x="6350000" y="284480"/>
                    <a:pt x="6065520" y="0"/>
                    <a:pt x="5715000" y="0"/>
                  </a:cubicBezTo>
                  <a:lnTo>
                    <a:pt x="5715000" y="0"/>
                  </a:lnTo>
                  <a:close/>
                </a:path>
              </a:pathLst>
            </a:custGeom>
            <a:solidFill>
              <a:srgbClr val="FD6220"/>
            </a:solidFill>
          </p:spPr>
        </p:sp>
      </p:grpSp>
      <p:grpSp>
        <p:nvGrpSpPr>
          <p:cNvPr name="Group 5" id="5"/>
          <p:cNvGrpSpPr/>
          <p:nvPr/>
        </p:nvGrpSpPr>
        <p:grpSpPr>
          <a:xfrm rot="0">
            <a:off x="-1373119" y="-1315898"/>
            <a:ext cx="3499668" cy="13405540"/>
            <a:chOff x="0" y="0"/>
            <a:chExt cx="212191" cy="812800"/>
          </a:xfrm>
        </p:grpSpPr>
        <p:sp>
          <p:nvSpPr>
            <p:cNvPr name="Freeform 6" id="6"/>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name="TextBox 7" id="7"/>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35588" y="5318634"/>
            <a:ext cx="992463" cy="992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name="Group 11" id="11"/>
          <p:cNvGrpSpPr/>
          <p:nvPr/>
        </p:nvGrpSpPr>
        <p:grpSpPr>
          <a:xfrm rot="0">
            <a:off x="977741" y="3315742"/>
            <a:ext cx="508158" cy="543805"/>
            <a:chOff x="0" y="0"/>
            <a:chExt cx="812800" cy="869819"/>
          </a:xfrm>
        </p:grpSpPr>
        <p:sp>
          <p:nvSpPr>
            <p:cNvPr name="Freeform 12" id="1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3" id="1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14" id="14"/>
          <p:cNvGrpSpPr/>
          <p:nvPr/>
        </p:nvGrpSpPr>
        <p:grpSpPr>
          <a:xfrm rot="0">
            <a:off x="977741" y="1982349"/>
            <a:ext cx="508158" cy="543805"/>
            <a:chOff x="0" y="0"/>
            <a:chExt cx="812800" cy="869819"/>
          </a:xfrm>
        </p:grpSpPr>
        <p:sp>
          <p:nvSpPr>
            <p:cNvPr name="Freeform 15" id="15"/>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6" id="16"/>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7" id="17"/>
          <p:cNvGrpSpPr/>
          <p:nvPr/>
        </p:nvGrpSpPr>
        <p:grpSpPr>
          <a:xfrm rot="0">
            <a:off x="977741" y="3983373"/>
            <a:ext cx="508158" cy="543805"/>
            <a:chOff x="0" y="0"/>
            <a:chExt cx="812800" cy="869819"/>
          </a:xfrm>
        </p:grpSpPr>
        <p:sp>
          <p:nvSpPr>
            <p:cNvPr name="Freeform 18" id="18"/>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9" id="19"/>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20" id="20"/>
          <p:cNvGrpSpPr/>
          <p:nvPr/>
        </p:nvGrpSpPr>
        <p:grpSpPr>
          <a:xfrm rot="0">
            <a:off x="977741" y="2648112"/>
            <a:ext cx="508158" cy="543805"/>
            <a:chOff x="0" y="0"/>
            <a:chExt cx="812800" cy="869819"/>
          </a:xfrm>
        </p:grpSpPr>
        <p:sp>
          <p:nvSpPr>
            <p:cNvPr name="Freeform 21" id="2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2" id="2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23" id="23"/>
          <p:cNvGrpSpPr/>
          <p:nvPr/>
        </p:nvGrpSpPr>
        <p:grpSpPr>
          <a:xfrm rot="0">
            <a:off x="977741" y="6425585"/>
            <a:ext cx="508158" cy="543805"/>
            <a:chOff x="0" y="0"/>
            <a:chExt cx="812800" cy="869819"/>
          </a:xfrm>
        </p:grpSpPr>
        <p:sp>
          <p:nvSpPr>
            <p:cNvPr name="Freeform 24" id="2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5" id="2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6" id="26"/>
          <p:cNvGrpSpPr/>
          <p:nvPr/>
        </p:nvGrpSpPr>
        <p:grpSpPr>
          <a:xfrm rot="0">
            <a:off x="977741" y="4651003"/>
            <a:ext cx="508158" cy="543805"/>
            <a:chOff x="0" y="0"/>
            <a:chExt cx="812800" cy="869819"/>
          </a:xfrm>
        </p:grpSpPr>
        <p:sp>
          <p:nvSpPr>
            <p:cNvPr name="Freeform 27" id="2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8" id="2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29" id="29"/>
          <p:cNvGrpSpPr/>
          <p:nvPr/>
        </p:nvGrpSpPr>
        <p:grpSpPr>
          <a:xfrm rot="0">
            <a:off x="977741" y="7093216"/>
            <a:ext cx="508158" cy="543805"/>
            <a:chOff x="0" y="0"/>
            <a:chExt cx="812800" cy="869819"/>
          </a:xfrm>
        </p:grpSpPr>
        <p:sp>
          <p:nvSpPr>
            <p:cNvPr name="Freeform 30" id="3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1" id="3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32" id="32"/>
          <p:cNvGrpSpPr/>
          <p:nvPr/>
        </p:nvGrpSpPr>
        <p:grpSpPr>
          <a:xfrm rot="0">
            <a:off x="977741" y="7760846"/>
            <a:ext cx="508158" cy="543805"/>
            <a:chOff x="0" y="0"/>
            <a:chExt cx="812800" cy="869819"/>
          </a:xfrm>
        </p:grpSpPr>
        <p:sp>
          <p:nvSpPr>
            <p:cNvPr name="Freeform 33" id="3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4" id="3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name="Group 35" id="35"/>
          <p:cNvGrpSpPr/>
          <p:nvPr/>
        </p:nvGrpSpPr>
        <p:grpSpPr>
          <a:xfrm rot="0">
            <a:off x="11762088" y="-9632634"/>
            <a:ext cx="10994424" cy="10994424"/>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37" id="3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2416143" y="916396"/>
            <a:ext cx="8434533" cy="7908244"/>
          </a:xfrm>
          <a:prstGeom prst="rect">
            <a:avLst/>
          </a:prstGeom>
        </p:spPr>
        <p:txBody>
          <a:bodyPr anchor="t" rtlCol="false" tIns="0" lIns="0" bIns="0" rIns="0">
            <a:spAutoFit/>
          </a:bodyPr>
          <a:lstStyle/>
          <a:p>
            <a:pPr algn="l">
              <a:lnSpc>
                <a:spcPts val="6973"/>
              </a:lnSpc>
            </a:pPr>
            <a:r>
              <a:rPr lang="en-US" sz="4981">
                <a:solidFill>
                  <a:srgbClr val="191919"/>
                </a:solidFill>
                <a:latin typeface="Gotham"/>
                <a:ea typeface="Gotham"/>
                <a:cs typeface="Gotham"/>
                <a:sym typeface="Gotham"/>
              </a:rPr>
              <a:t>Bir yandan kız o narı kırar, içinden bir sürü elmaslar çıkar. Havluyu da açınca meydana birçok askerler çıkar. Kız orada bir saray kurdurur, içini döşer süsler, Oğlan yolculuktan dönünce kulübeyi bomboş bulur.</a:t>
            </a:r>
          </a:p>
        </p:txBody>
      </p:sp>
      <p:grpSp>
        <p:nvGrpSpPr>
          <p:cNvPr name="Group 39" id="39"/>
          <p:cNvGrpSpPr>
            <a:grpSpLocks noChangeAspect="true"/>
          </p:cNvGrpSpPr>
          <p:nvPr/>
        </p:nvGrpSpPr>
        <p:grpSpPr>
          <a:xfrm rot="0">
            <a:off x="11818594" y="4781651"/>
            <a:ext cx="5440706" cy="5440706"/>
            <a:chOff x="0" y="0"/>
            <a:chExt cx="6350000" cy="6350000"/>
          </a:xfrm>
        </p:grpSpPr>
        <p:sp>
          <p:nvSpPr>
            <p:cNvPr name="Freeform 40" id="40"/>
            <p:cNvSpPr/>
            <p:nvPr/>
          </p:nvSpPr>
          <p:spPr>
            <a:xfrm flipH="false" flipV="false" rot="0">
              <a:off x="0" y="0"/>
              <a:ext cx="6350000" cy="6350000"/>
            </a:xfrm>
            <a:custGeom>
              <a:avLst/>
              <a:gdLst/>
              <a:ahLst/>
              <a:cxnLst/>
              <a:rect r="r" b="b" t="t" l="l"/>
              <a:pathLst>
                <a:path h="6350000" w="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3"/>
              <a:stretch>
                <a:fillRect l="0" t="0" r="0" b="0"/>
              </a:stretch>
            </a:blipFill>
          </p:spPr>
        </p:sp>
        <p:sp>
          <p:nvSpPr>
            <p:cNvPr name="Freeform 41" id="41"/>
            <p:cNvSpPr/>
            <p:nvPr/>
          </p:nvSpPr>
          <p:spPr>
            <a:xfrm flipH="false" flipV="false" rot="0">
              <a:off x="0" y="0"/>
              <a:ext cx="6350000" cy="6350000"/>
            </a:xfrm>
            <a:custGeom>
              <a:avLst/>
              <a:gdLst/>
              <a:ahLst/>
              <a:cxnLst/>
              <a:rect r="r" b="b" t="t" l="l"/>
              <a:pathLst>
                <a:path h="6350000" w="6350000">
                  <a:moveTo>
                    <a:pt x="5715000" y="19050"/>
                  </a:moveTo>
                  <a:cubicBezTo>
                    <a:pt x="6054090" y="19050"/>
                    <a:pt x="6330950" y="295910"/>
                    <a:pt x="6330950" y="635000"/>
                  </a:cubicBezTo>
                  <a:lnTo>
                    <a:pt x="6330950" y="5715000"/>
                  </a:lnTo>
                  <a:cubicBezTo>
                    <a:pt x="6330950" y="6054090"/>
                    <a:pt x="6054090" y="6330950"/>
                    <a:pt x="5715000" y="6330950"/>
                  </a:cubicBezTo>
                  <a:lnTo>
                    <a:pt x="635000" y="6330950"/>
                  </a:lnTo>
                  <a:cubicBezTo>
                    <a:pt x="295910" y="6330950"/>
                    <a:pt x="19050" y="6054090"/>
                    <a:pt x="19050" y="571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5715000"/>
                  </a:lnTo>
                  <a:cubicBezTo>
                    <a:pt x="0" y="6065520"/>
                    <a:pt x="284480" y="6350000"/>
                    <a:pt x="635000" y="6350000"/>
                  </a:cubicBezTo>
                  <a:lnTo>
                    <a:pt x="5715000" y="6350000"/>
                  </a:lnTo>
                  <a:cubicBezTo>
                    <a:pt x="6065520" y="6350000"/>
                    <a:pt x="6350000" y="6065520"/>
                    <a:pt x="6350000" y="5715000"/>
                  </a:cubicBezTo>
                  <a:lnTo>
                    <a:pt x="6350000" y="635000"/>
                  </a:lnTo>
                  <a:cubicBezTo>
                    <a:pt x="6350000" y="284480"/>
                    <a:pt x="6065520" y="0"/>
                    <a:pt x="5715000" y="0"/>
                  </a:cubicBezTo>
                  <a:lnTo>
                    <a:pt x="5715000" y="0"/>
                  </a:lnTo>
                  <a:close/>
                </a:path>
              </a:pathLst>
            </a:custGeom>
            <a:solidFill>
              <a:srgbClr val="FD6220"/>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1973719" y="51309"/>
            <a:ext cx="6524429" cy="10287000"/>
            <a:chOff x="0" y="0"/>
            <a:chExt cx="8699239" cy="13716000"/>
          </a:xfrm>
        </p:grpSpPr>
        <p:pic>
          <p:nvPicPr>
            <p:cNvPr name="Picture 3" id="3"/>
            <p:cNvPicPr>
              <a:picLocks noChangeAspect="true"/>
            </p:cNvPicPr>
            <p:nvPr/>
          </p:nvPicPr>
          <p:blipFill>
            <a:blip r:embed="rId2"/>
            <a:srcRect l="32698" t="0" r="3877" b="0"/>
            <a:stretch>
              <a:fillRect/>
            </a:stretch>
          </p:blipFill>
          <p:spPr>
            <a:xfrm flipH="false" flipV="false">
              <a:off x="0" y="0"/>
              <a:ext cx="8699239" cy="13716000"/>
            </a:xfrm>
            <a:prstGeom prst="rect">
              <a:avLst/>
            </a:prstGeom>
          </p:spPr>
        </p:pic>
      </p:grpSp>
      <p:grpSp>
        <p:nvGrpSpPr>
          <p:cNvPr name="Group 4" id="4"/>
          <p:cNvGrpSpPr/>
          <p:nvPr/>
        </p:nvGrpSpPr>
        <p:grpSpPr>
          <a:xfrm rot="0">
            <a:off x="-1373119" y="-1315898"/>
            <a:ext cx="3499668" cy="13405540"/>
            <a:chOff x="0" y="0"/>
            <a:chExt cx="212191" cy="812800"/>
          </a:xfrm>
        </p:grpSpPr>
        <p:sp>
          <p:nvSpPr>
            <p:cNvPr name="Freeform 5" id="5"/>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name="TextBox 6" id="6"/>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35588" y="5976927"/>
            <a:ext cx="992463" cy="99246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name="Group 10" id="10"/>
          <p:cNvGrpSpPr/>
          <p:nvPr/>
        </p:nvGrpSpPr>
        <p:grpSpPr>
          <a:xfrm rot="0">
            <a:off x="977741" y="3315742"/>
            <a:ext cx="508158" cy="543805"/>
            <a:chOff x="0" y="0"/>
            <a:chExt cx="812800" cy="869819"/>
          </a:xfrm>
        </p:grpSpPr>
        <p:sp>
          <p:nvSpPr>
            <p:cNvPr name="Freeform 11" id="1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2" id="1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13" id="13"/>
          <p:cNvGrpSpPr/>
          <p:nvPr/>
        </p:nvGrpSpPr>
        <p:grpSpPr>
          <a:xfrm rot="0">
            <a:off x="977741" y="1982349"/>
            <a:ext cx="508158" cy="543805"/>
            <a:chOff x="0" y="0"/>
            <a:chExt cx="812800" cy="869819"/>
          </a:xfrm>
        </p:grpSpPr>
        <p:sp>
          <p:nvSpPr>
            <p:cNvPr name="Freeform 14" id="1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5" id="1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6" id="16"/>
          <p:cNvGrpSpPr/>
          <p:nvPr/>
        </p:nvGrpSpPr>
        <p:grpSpPr>
          <a:xfrm rot="0">
            <a:off x="977741" y="3983373"/>
            <a:ext cx="508158" cy="543805"/>
            <a:chOff x="0" y="0"/>
            <a:chExt cx="812800" cy="869819"/>
          </a:xfrm>
        </p:grpSpPr>
        <p:sp>
          <p:nvSpPr>
            <p:cNvPr name="Freeform 17" id="1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8" id="1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19" id="19"/>
          <p:cNvGrpSpPr/>
          <p:nvPr/>
        </p:nvGrpSpPr>
        <p:grpSpPr>
          <a:xfrm rot="0">
            <a:off x="977741" y="2648112"/>
            <a:ext cx="508158" cy="543805"/>
            <a:chOff x="0" y="0"/>
            <a:chExt cx="812800" cy="869819"/>
          </a:xfrm>
        </p:grpSpPr>
        <p:sp>
          <p:nvSpPr>
            <p:cNvPr name="Freeform 20" id="2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1" id="2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22" id="22"/>
          <p:cNvGrpSpPr/>
          <p:nvPr/>
        </p:nvGrpSpPr>
        <p:grpSpPr>
          <a:xfrm rot="0">
            <a:off x="977741" y="5318634"/>
            <a:ext cx="508158" cy="543805"/>
            <a:chOff x="0" y="0"/>
            <a:chExt cx="812800" cy="869819"/>
          </a:xfrm>
        </p:grpSpPr>
        <p:sp>
          <p:nvSpPr>
            <p:cNvPr name="Freeform 23" id="2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4" id="2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25" id="25"/>
          <p:cNvGrpSpPr/>
          <p:nvPr/>
        </p:nvGrpSpPr>
        <p:grpSpPr>
          <a:xfrm rot="0">
            <a:off x="977741" y="4651003"/>
            <a:ext cx="508158" cy="543805"/>
            <a:chOff x="0" y="0"/>
            <a:chExt cx="812800" cy="869819"/>
          </a:xfrm>
        </p:grpSpPr>
        <p:sp>
          <p:nvSpPr>
            <p:cNvPr name="Freeform 26" id="2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7" id="2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28" id="28"/>
          <p:cNvGrpSpPr/>
          <p:nvPr/>
        </p:nvGrpSpPr>
        <p:grpSpPr>
          <a:xfrm rot="0">
            <a:off x="977741" y="7093216"/>
            <a:ext cx="508158" cy="543805"/>
            <a:chOff x="0" y="0"/>
            <a:chExt cx="812800" cy="869819"/>
          </a:xfrm>
        </p:grpSpPr>
        <p:sp>
          <p:nvSpPr>
            <p:cNvPr name="Freeform 29" id="29"/>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0" id="30"/>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name="Group 31" id="31"/>
          <p:cNvGrpSpPr/>
          <p:nvPr/>
        </p:nvGrpSpPr>
        <p:grpSpPr>
          <a:xfrm rot="0">
            <a:off x="977741" y="7760846"/>
            <a:ext cx="508158" cy="543805"/>
            <a:chOff x="0" y="0"/>
            <a:chExt cx="812800" cy="869819"/>
          </a:xfrm>
        </p:grpSpPr>
        <p:sp>
          <p:nvSpPr>
            <p:cNvPr name="Freeform 32" id="3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3" id="3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name="TextBox 34" id="34"/>
          <p:cNvSpPr txBox="true"/>
          <p:nvPr/>
        </p:nvSpPr>
        <p:spPr>
          <a:xfrm rot="0">
            <a:off x="2832867" y="923925"/>
            <a:ext cx="8434533" cy="7908244"/>
          </a:xfrm>
          <a:prstGeom prst="rect">
            <a:avLst/>
          </a:prstGeom>
        </p:spPr>
        <p:txBody>
          <a:bodyPr anchor="t" rtlCol="false" tIns="0" lIns="0" bIns="0" rIns="0">
            <a:spAutoFit/>
          </a:bodyPr>
          <a:lstStyle/>
          <a:p>
            <a:pPr algn="l">
              <a:lnSpc>
                <a:spcPts val="6973"/>
              </a:lnSpc>
            </a:pPr>
            <a:r>
              <a:rPr lang="en-US" sz="4981">
                <a:solidFill>
                  <a:srgbClr val="191919"/>
                </a:solidFill>
                <a:latin typeface="Gotham"/>
                <a:ea typeface="Gotham"/>
                <a:cs typeface="Gotham"/>
                <a:sym typeface="Gotham"/>
              </a:rPr>
              <a:t>Hemen orada bir taşın üzerine çömelir, düşünmeye başlar, Yorgunlunu adamakıllı giderip dinlenmeden bir sürü adam etrafını çevirerek palas pandıras yakalayıp kızın yaptırdığı saraya götürürler.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0972226" y="0"/>
            <a:ext cx="7708951" cy="10287000"/>
            <a:chOff x="0" y="0"/>
            <a:chExt cx="10278602" cy="13716000"/>
          </a:xfrm>
        </p:grpSpPr>
        <p:pic>
          <p:nvPicPr>
            <p:cNvPr name="Picture 3" id="3"/>
            <p:cNvPicPr>
              <a:picLocks noChangeAspect="true"/>
            </p:cNvPicPr>
            <p:nvPr/>
          </p:nvPicPr>
          <p:blipFill>
            <a:blip r:embed="rId2"/>
            <a:srcRect l="12530" t="0" r="12530" b="0"/>
            <a:stretch>
              <a:fillRect/>
            </a:stretch>
          </p:blipFill>
          <p:spPr>
            <a:xfrm flipH="false" flipV="false">
              <a:off x="0" y="0"/>
              <a:ext cx="10278602" cy="13716000"/>
            </a:xfrm>
            <a:prstGeom prst="rect">
              <a:avLst/>
            </a:prstGeom>
          </p:spPr>
        </p:pic>
      </p:grpSp>
      <p:grpSp>
        <p:nvGrpSpPr>
          <p:cNvPr name="Group 4" id="4"/>
          <p:cNvGrpSpPr/>
          <p:nvPr/>
        </p:nvGrpSpPr>
        <p:grpSpPr>
          <a:xfrm rot="0">
            <a:off x="-1373119" y="-1315898"/>
            <a:ext cx="3499668" cy="13405540"/>
            <a:chOff x="0" y="0"/>
            <a:chExt cx="212191" cy="812800"/>
          </a:xfrm>
        </p:grpSpPr>
        <p:sp>
          <p:nvSpPr>
            <p:cNvPr name="Freeform 5" id="5"/>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name="TextBox 6" id="6"/>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35588" y="6653894"/>
            <a:ext cx="992463" cy="99246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name="Group 10" id="10"/>
          <p:cNvGrpSpPr/>
          <p:nvPr/>
        </p:nvGrpSpPr>
        <p:grpSpPr>
          <a:xfrm rot="0">
            <a:off x="977741" y="3315742"/>
            <a:ext cx="508158" cy="543805"/>
            <a:chOff x="0" y="0"/>
            <a:chExt cx="812800" cy="869819"/>
          </a:xfrm>
        </p:grpSpPr>
        <p:sp>
          <p:nvSpPr>
            <p:cNvPr name="Freeform 11" id="1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2" id="1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13" id="13"/>
          <p:cNvGrpSpPr/>
          <p:nvPr/>
        </p:nvGrpSpPr>
        <p:grpSpPr>
          <a:xfrm rot="0">
            <a:off x="977741" y="1982349"/>
            <a:ext cx="508158" cy="543805"/>
            <a:chOff x="0" y="0"/>
            <a:chExt cx="812800" cy="869819"/>
          </a:xfrm>
        </p:grpSpPr>
        <p:sp>
          <p:nvSpPr>
            <p:cNvPr name="Freeform 14" id="1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5" id="1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6" id="16"/>
          <p:cNvGrpSpPr/>
          <p:nvPr/>
        </p:nvGrpSpPr>
        <p:grpSpPr>
          <a:xfrm rot="0">
            <a:off x="977741" y="3983373"/>
            <a:ext cx="508158" cy="543805"/>
            <a:chOff x="0" y="0"/>
            <a:chExt cx="812800" cy="869819"/>
          </a:xfrm>
        </p:grpSpPr>
        <p:sp>
          <p:nvSpPr>
            <p:cNvPr name="Freeform 17" id="1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8" id="1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19" id="19"/>
          <p:cNvGrpSpPr/>
          <p:nvPr/>
        </p:nvGrpSpPr>
        <p:grpSpPr>
          <a:xfrm rot="0">
            <a:off x="977741" y="2648112"/>
            <a:ext cx="508158" cy="543805"/>
            <a:chOff x="0" y="0"/>
            <a:chExt cx="812800" cy="869819"/>
          </a:xfrm>
        </p:grpSpPr>
        <p:sp>
          <p:nvSpPr>
            <p:cNvPr name="Freeform 20" id="2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1" id="2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22" id="22"/>
          <p:cNvGrpSpPr/>
          <p:nvPr/>
        </p:nvGrpSpPr>
        <p:grpSpPr>
          <a:xfrm rot="0">
            <a:off x="977741" y="5318634"/>
            <a:ext cx="508158" cy="543805"/>
            <a:chOff x="0" y="0"/>
            <a:chExt cx="812800" cy="869819"/>
          </a:xfrm>
        </p:grpSpPr>
        <p:sp>
          <p:nvSpPr>
            <p:cNvPr name="Freeform 23" id="23"/>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4" id="24"/>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25" id="25"/>
          <p:cNvGrpSpPr/>
          <p:nvPr/>
        </p:nvGrpSpPr>
        <p:grpSpPr>
          <a:xfrm rot="0">
            <a:off x="977741" y="4651003"/>
            <a:ext cx="508158" cy="543805"/>
            <a:chOff x="0" y="0"/>
            <a:chExt cx="812800" cy="869819"/>
          </a:xfrm>
        </p:grpSpPr>
        <p:sp>
          <p:nvSpPr>
            <p:cNvPr name="Freeform 26" id="26"/>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7" id="27"/>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28" id="28"/>
          <p:cNvGrpSpPr/>
          <p:nvPr/>
        </p:nvGrpSpPr>
        <p:grpSpPr>
          <a:xfrm rot="0">
            <a:off x="977741" y="5986264"/>
            <a:ext cx="508158" cy="543805"/>
            <a:chOff x="0" y="0"/>
            <a:chExt cx="812800" cy="869819"/>
          </a:xfrm>
        </p:grpSpPr>
        <p:sp>
          <p:nvSpPr>
            <p:cNvPr name="Freeform 29" id="29"/>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0" id="30"/>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31" id="31"/>
          <p:cNvGrpSpPr/>
          <p:nvPr/>
        </p:nvGrpSpPr>
        <p:grpSpPr>
          <a:xfrm rot="0">
            <a:off x="977741" y="7760846"/>
            <a:ext cx="508158" cy="543805"/>
            <a:chOff x="0" y="0"/>
            <a:chExt cx="812800" cy="869819"/>
          </a:xfrm>
        </p:grpSpPr>
        <p:sp>
          <p:nvSpPr>
            <p:cNvPr name="Freeform 32" id="3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3" id="3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name="Freeform 34" id="34"/>
          <p:cNvSpPr/>
          <p:nvPr/>
        </p:nvSpPr>
        <p:spPr>
          <a:xfrm flipH="false" flipV="false" rot="0">
            <a:off x="1728051" y="259100"/>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5" id="35"/>
          <p:cNvGrpSpPr/>
          <p:nvPr/>
        </p:nvGrpSpPr>
        <p:grpSpPr>
          <a:xfrm rot="0">
            <a:off x="17170670" y="-178579"/>
            <a:ext cx="10994424" cy="10994424"/>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37" id="37"/>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2863718" y="635966"/>
            <a:ext cx="7371339" cy="9890033"/>
          </a:xfrm>
          <a:prstGeom prst="rect">
            <a:avLst/>
          </a:prstGeom>
        </p:spPr>
        <p:txBody>
          <a:bodyPr anchor="t" rtlCol="false" tIns="0" lIns="0" bIns="0" rIns="0">
            <a:spAutoFit/>
          </a:bodyPr>
          <a:lstStyle/>
          <a:p>
            <a:pPr algn="l">
              <a:lnSpc>
                <a:spcPts val="6094"/>
              </a:lnSpc>
            </a:pPr>
            <a:r>
              <a:rPr lang="en-US" sz="4353">
                <a:solidFill>
                  <a:srgbClr val="191919"/>
                </a:solidFill>
                <a:latin typeface="Gotham"/>
                <a:ea typeface="Gotham"/>
                <a:cs typeface="Gotham"/>
                <a:sym typeface="Gotham"/>
              </a:rPr>
              <a:t>Sıcağa sokarlar, bir güzel yıkarlar, giydirirler, kuşadırlar. Kız oğlanı karşılar. Tılsımlı havluyu açar. Ne görsün ki; selâm veren askerle bando takımları gümbür gümbür çalıyor. Parlak bir törenle kız oğlan kol kola içeri girerler.</a:t>
            </a:r>
          </a:p>
          <a:p>
            <a:pPr algn="l">
              <a:lnSpc>
                <a:spcPts val="6094"/>
              </a:lnSpc>
            </a:pPr>
            <a:r>
              <a:rPr lang="en-US" sz="4353">
                <a:solidFill>
                  <a:srgbClr val="191919"/>
                </a:solidFill>
                <a:latin typeface="Gotham"/>
                <a:ea typeface="Gotham"/>
                <a:cs typeface="Gotham"/>
                <a:sym typeface="Gotham"/>
              </a:rPr>
              <a:t>Oğlan o yerin şahı oluyor. Mutlu bir hayat geçirirler.</a:t>
            </a:r>
          </a:p>
          <a:p>
            <a:pPr algn="l">
              <a:lnSpc>
                <a:spcPts val="511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E"/>
        </a:solidFill>
      </p:bgPr>
    </p:bg>
    <p:spTree>
      <p:nvGrpSpPr>
        <p:cNvPr id="1" name=""/>
        <p:cNvGrpSpPr/>
        <p:nvPr/>
      </p:nvGrpSpPr>
      <p:grpSpPr>
        <a:xfrm>
          <a:off x="0" y="0"/>
          <a:ext cx="0" cy="0"/>
          <a:chOff x="0" y="0"/>
          <a:chExt cx="0" cy="0"/>
        </a:xfrm>
      </p:grpSpPr>
      <p:grpSp>
        <p:nvGrpSpPr>
          <p:cNvPr name="Group 2" id="2"/>
          <p:cNvGrpSpPr/>
          <p:nvPr/>
        </p:nvGrpSpPr>
        <p:grpSpPr>
          <a:xfrm rot="0">
            <a:off x="-1373119" y="-1315898"/>
            <a:ext cx="3499668" cy="13405540"/>
            <a:chOff x="0" y="0"/>
            <a:chExt cx="212191" cy="812800"/>
          </a:xfrm>
        </p:grpSpPr>
        <p:sp>
          <p:nvSpPr>
            <p:cNvPr name="Freeform 3" id="3"/>
            <p:cNvSpPr/>
            <p:nvPr/>
          </p:nvSpPr>
          <p:spPr>
            <a:xfrm flipH="false" flipV="false" rot="0">
              <a:off x="0" y="0"/>
              <a:ext cx="212191" cy="812800"/>
            </a:xfrm>
            <a:custGeom>
              <a:avLst/>
              <a:gdLst/>
              <a:ahLst/>
              <a:cxnLst/>
              <a:rect r="r" b="b" t="t" l="l"/>
              <a:pathLst>
                <a:path h="812800" w="212191">
                  <a:moveTo>
                    <a:pt x="106095" y="0"/>
                  </a:moveTo>
                  <a:cubicBezTo>
                    <a:pt x="47500" y="0"/>
                    <a:pt x="0" y="181951"/>
                    <a:pt x="0" y="406400"/>
                  </a:cubicBezTo>
                  <a:cubicBezTo>
                    <a:pt x="0" y="630849"/>
                    <a:pt x="47500" y="812800"/>
                    <a:pt x="106095" y="812800"/>
                  </a:cubicBezTo>
                  <a:cubicBezTo>
                    <a:pt x="164690" y="812800"/>
                    <a:pt x="212191" y="630849"/>
                    <a:pt x="212191" y="406400"/>
                  </a:cubicBezTo>
                  <a:cubicBezTo>
                    <a:pt x="212191" y="181951"/>
                    <a:pt x="164690" y="0"/>
                    <a:pt x="106095" y="0"/>
                  </a:cubicBezTo>
                  <a:close/>
                </a:path>
              </a:pathLst>
            </a:custGeom>
            <a:solidFill>
              <a:srgbClr val="000000">
                <a:alpha val="0"/>
              </a:srgbClr>
            </a:solidFill>
            <a:ln w="19050" cap="sq">
              <a:solidFill>
                <a:srgbClr val="FD6220"/>
              </a:solidFill>
              <a:prstDash val="solid"/>
              <a:miter/>
            </a:ln>
          </p:spPr>
        </p:sp>
        <p:sp>
          <p:nvSpPr>
            <p:cNvPr name="TextBox 4" id="4"/>
            <p:cNvSpPr txBox="true"/>
            <p:nvPr/>
          </p:nvSpPr>
          <p:spPr>
            <a:xfrm>
              <a:off x="19893" y="47625"/>
              <a:ext cx="172405" cy="6889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35588" y="7321525"/>
            <a:ext cx="992463" cy="99246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name="Group 8" id="8"/>
          <p:cNvGrpSpPr/>
          <p:nvPr/>
        </p:nvGrpSpPr>
        <p:grpSpPr>
          <a:xfrm rot="0">
            <a:off x="977741" y="3315742"/>
            <a:ext cx="508158" cy="543805"/>
            <a:chOff x="0" y="0"/>
            <a:chExt cx="812800" cy="869819"/>
          </a:xfrm>
        </p:grpSpPr>
        <p:sp>
          <p:nvSpPr>
            <p:cNvPr name="Freeform 9" id="9"/>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0" id="10"/>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name="Group 11" id="11"/>
          <p:cNvGrpSpPr/>
          <p:nvPr/>
        </p:nvGrpSpPr>
        <p:grpSpPr>
          <a:xfrm rot="0">
            <a:off x="977741" y="1982349"/>
            <a:ext cx="508158" cy="543805"/>
            <a:chOff x="0" y="0"/>
            <a:chExt cx="812800" cy="869819"/>
          </a:xfrm>
        </p:grpSpPr>
        <p:sp>
          <p:nvSpPr>
            <p:cNvPr name="Freeform 12" id="12"/>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3" id="13"/>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name="Group 14" id="14"/>
          <p:cNvGrpSpPr/>
          <p:nvPr/>
        </p:nvGrpSpPr>
        <p:grpSpPr>
          <a:xfrm rot="0">
            <a:off x="977741" y="3983373"/>
            <a:ext cx="508158" cy="543805"/>
            <a:chOff x="0" y="0"/>
            <a:chExt cx="812800" cy="869819"/>
          </a:xfrm>
        </p:grpSpPr>
        <p:sp>
          <p:nvSpPr>
            <p:cNvPr name="Freeform 15" id="15"/>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6" id="16"/>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name="Group 17" id="17"/>
          <p:cNvGrpSpPr/>
          <p:nvPr/>
        </p:nvGrpSpPr>
        <p:grpSpPr>
          <a:xfrm rot="0">
            <a:off x="977741" y="2648112"/>
            <a:ext cx="508158" cy="543805"/>
            <a:chOff x="0" y="0"/>
            <a:chExt cx="812800" cy="869819"/>
          </a:xfrm>
        </p:grpSpPr>
        <p:sp>
          <p:nvSpPr>
            <p:cNvPr name="Freeform 18" id="18"/>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19" id="19"/>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name="Group 20" id="20"/>
          <p:cNvGrpSpPr/>
          <p:nvPr/>
        </p:nvGrpSpPr>
        <p:grpSpPr>
          <a:xfrm rot="0">
            <a:off x="977741" y="5318634"/>
            <a:ext cx="508158" cy="543805"/>
            <a:chOff x="0" y="0"/>
            <a:chExt cx="812800" cy="869819"/>
          </a:xfrm>
        </p:grpSpPr>
        <p:sp>
          <p:nvSpPr>
            <p:cNvPr name="Freeform 21" id="21"/>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2" id="22"/>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name="Group 23" id="23"/>
          <p:cNvGrpSpPr/>
          <p:nvPr/>
        </p:nvGrpSpPr>
        <p:grpSpPr>
          <a:xfrm rot="0">
            <a:off x="977741" y="4651003"/>
            <a:ext cx="508158" cy="543805"/>
            <a:chOff x="0" y="0"/>
            <a:chExt cx="812800" cy="869819"/>
          </a:xfrm>
        </p:grpSpPr>
        <p:sp>
          <p:nvSpPr>
            <p:cNvPr name="Freeform 24" id="24"/>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5" id="25"/>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name="Group 26" id="26"/>
          <p:cNvGrpSpPr/>
          <p:nvPr/>
        </p:nvGrpSpPr>
        <p:grpSpPr>
          <a:xfrm rot="0">
            <a:off x="977741" y="5986264"/>
            <a:ext cx="508158" cy="543805"/>
            <a:chOff x="0" y="0"/>
            <a:chExt cx="812800" cy="869819"/>
          </a:xfrm>
        </p:grpSpPr>
        <p:sp>
          <p:nvSpPr>
            <p:cNvPr name="Freeform 27" id="27"/>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28" id="28"/>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name="Group 29" id="29"/>
          <p:cNvGrpSpPr/>
          <p:nvPr/>
        </p:nvGrpSpPr>
        <p:grpSpPr>
          <a:xfrm rot="0">
            <a:off x="977741" y="6653894"/>
            <a:ext cx="508158" cy="543805"/>
            <a:chOff x="0" y="0"/>
            <a:chExt cx="812800" cy="869819"/>
          </a:xfrm>
        </p:grpSpPr>
        <p:sp>
          <p:nvSpPr>
            <p:cNvPr name="Freeform 30" id="30"/>
            <p:cNvSpPr/>
            <p:nvPr/>
          </p:nvSpPr>
          <p:spPr>
            <a:xfrm flipH="false" flipV="false" rot="0">
              <a:off x="0" y="0"/>
              <a:ext cx="812800" cy="869819"/>
            </a:xfrm>
            <a:custGeom>
              <a:avLst/>
              <a:gdLst/>
              <a:ahLst/>
              <a:cxnLst/>
              <a:rect r="r" b="b" t="t" l="l"/>
              <a:pathLst>
                <a:path h="869819" w="81280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name="TextBox 31" id="31"/>
            <p:cNvSpPr txBox="true"/>
            <p:nvPr/>
          </p:nvSpPr>
          <p:spPr>
            <a:xfrm>
              <a:off x="76200" y="52970"/>
              <a:ext cx="660400" cy="735303"/>
            </a:xfrm>
            <a:prstGeom prst="rect">
              <a:avLst/>
            </a:prstGeom>
          </p:spPr>
          <p:txBody>
            <a:bodyPr anchor="ctr" rtlCol="false" tIns="50800" lIns="50800" bIns="50800" rIns="50800"/>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name="Freeform 32" id="32"/>
          <p:cNvSpPr/>
          <p:nvPr/>
        </p:nvSpPr>
        <p:spPr>
          <a:xfrm flipH="false" flipV="false" rot="0">
            <a:off x="16313420" y="1028700"/>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3" id="33"/>
          <p:cNvGrpSpPr>
            <a:grpSpLocks noChangeAspect="true"/>
          </p:cNvGrpSpPr>
          <p:nvPr/>
        </p:nvGrpSpPr>
        <p:grpSpPr>
          <a:xfrm rot="0">
            <a:off x="2887797" y="818642"/>
            <a:ext cx="5494955" cy="8208527"/>
            <a:chOff x="0" y="0"/>
            <a:chExt cx="5969000" cy="8916670"/>
          </a:xfrm>
        </p:grpSpPr>
        <p:sp>
          <p:nvSpPr>
            <p:cNvPr name="Freeform 34" id="34"/>
            <p:cNvSpPr/>
            <p:nvPr/>
          </p:nvSpPr>
          <p:spPr>
            <a:xfrm flipH="false" flipV="false" rot="0">
              <a:off x="127" y="6350"/>
              <a:ext cx="5968747" cy="8903970"/>
            </a:xfrm>
            <a:custGeom>
              <a:avLst/>
              <a:gdLst/>
              <a:ahLst/>
              <a:cxnLst/>
              <a:rect r="r" b="b" t="t" l="l"/>
              <a:pathLst>
                <a:path h="8903970" w="5968747">
                  <a:moveTo>
                    <a:pt x="2988310" y="8903970"/>
                  </a:moveTo>
                  <a:lnTo>
                    <a:pt x="2980563" y="8903970"/>
                  </a:lnTo>
                  <a:cubicBezTo>
                    <a:pt x="2246376" y="8903970"/>
                    <a:pt x="1538224" y="8630412"/>
                    <a:pt x="986790" y="8133714"/>
                  </a:cubicBezTo>
                  <a:cubicBezTo>
                    <a:pt x="420243" y="7623429"/>
                    <a:pt x="76581" y="6921881"/>
                    <a:pt x="19177" y="6158230"/>
                  </a:cubicBezTo>
                  <a:lnTo>
                    <a:pt x="16510" y="6121781"/>
                  </a:lnTo>
                  <a:cubicBezTo>
                    <a:pt x="4064" y="5781802"/>
                    <a:pt x="0" y="2921762"/>
                    <a:pt x="23876" y="2678811"/>
                  </a:cubicBezTo>
                  <a:cubicBezTo>
                    <a:pt x="96647" y="1941195"/>
                    <a:pt x="439801" y="1261618"/>
                    <a:pt x="990092" y="765302"/>
                  </a:cubicBezTo>
                  <a:cubicBezTo>
                    <a:pt x="1537208" y="271780"/>
                    <a:pt x="2242439" y="0"/>
                    <a:pt x="2975737" y="0"/>
                  </a:cubicBezTo>
                  <a:lnTo>
                    <a:pt x="2992882" y="0"/>
                  </a:lnTo>
                  <a:cubicBezTo>
                    <a:pt x="3726180" y="0"/>
                    <a:pt x="4431411" y="271780"/>
                    <a:pt x="4978527" y="765302"/>
                  </a:cubicBezTo>
                  <a:cubicBezTo>
                    <a:pt x="5528945" y="1261745"/>
                    <a:pt x="5871972" y="1941195"/>
                    <a:pt x="5944743" y="2678684"/>
                  </a:cubicBezTo>
                  <a:cubicBezTo>
                    <a:pt x="5968747" y="2921762"/>
                    <a:pt x="5964555" y="5782310"/>
                    <a:pt x="5952109" y="6122289"/>
                  </a:cubicBezTo>
                  <a:lnTo>
                    <a:pt x="5951982" y="6125083"/>
                  </a:lnTo>
                  <a:lnTo>
                    <a:pt x="5949442" y="6158230"/>
                  </a:lnTo>
                  <a:cubicBezTo>
                    <a:pt x="5892038" y="6921881"/>
                    <a:pt x="5548376" y="7623429"/>
                    <a:pt x="4981829" y="8133715"/>
                  </a:cubicBezTo>
                  <a:cubicBezTo>
                    <a:pt x="4430522" y="8630412"/>
                    <a:pt x="3722497" y="8903970"/>
                    <a:pt x="2988310" y="8903970"/>
                  </a:cubicBezTo>
                  <a:close/>
                  <a:moveTo>
                    <a:pt x="2975737" y="19050"/>
                  </a:moveTo>
                  <a:cubicBezTo>
                    <a:pt x="2247138" y="19050"/>
                    <a:pt x="1546479" y="289052"/>
                    <a:pt x="1002792" y="779399"/>
                  </a:cubicBezTo>
                  <a:cubicBezTo>
                    <a:pt x="455930" y="1272540"/>
                    <a:pt x="115062" y="1947799"/>
                    <a:pt x="42926" y="2680589"/>
                  </a:cubicBezTo>
                  <a:cubicBezTo>
                    <a:pt x="19050" y="2923286"/>
                    <a:pt x="23241" y="5781167"/>
                    <a:pt x="35560" y="6121019"/>
                  </a:cubicBezTo>
                  <a:lnTo>
                    <a:pt x="35687" y="6123686"/>
                  </a:lnTo>
                  <a:lnTo>
                    <a:pt x="38227" y="6156706"/>
                  </a:lnTo>
                  <a:cubicBezTo>
                    <a:pt x="95250" y="6915403"/>
                    <a:pt x="436626" y="7612507"/>
                    <a:pt x="999617" y="8119490"/>
                  </a:cubicBezTo>
                  <a:cubicBezTo>
                    <a:pt x="1547622" y="8613012"/>
                    <a:pt x="2251202" y="8884793"/>
                    <a:pt x="2980690" y="8884793"/>
                  </a:cubicBezTo>
                  <a:lnTo>
                    <a:pt x="2988437" y="8884793"/>
                  </a:lnTo>
                  <a:cubicBezTo>
                    <a:pt x="3717925" y="8884793"/>
                    <a:pt x="4421378" y="8613012"/>
                    <a:pt x="4969383" y="8119490"/>
                  </a:cubicBezTo>
                  <a:cubicBezTo>
                    <a:pt x="5532374" y="7612507"/>
                    <a:pt x="5873750" y="6915403"/>
                    <a:pt x="5930773" y="6156706"/>
                  </a:cubicBezTo>
                  <a:lnTo>
                    <a:pt x="5933313" y="6121527"/>
                  </a:lnTo>
                  <a:cubicBezTo>
                    <a:pt x="5945632" y="5781675"/>
                    <a:pt x="5949950" y="2923159"/>
                    <a:pt x="5925947" y="2680462"/>
                  </a:cubicBezTo>
                  <a:cubicBezTo>
                    <a:pt x="5853684" y="1947672"/>
                    <a:pt x="5512816" y="1272540"/>
                    <a:pt x="4965954" y="779272"/>
                  </a:cubicBezTo>
                  <a:cubicBezTo>
                    <a:pt x="4422140" y="289052"/>
                    <a:pt x="3721481" y="19050"/>
                    <a:pt x="2992882" y="19050"/>
                  </a:cubicBezTo>
                  <a:lnTo>
                    <a:pt x="2975737" y="19050"/>
                  </a:lnTo>
                  <a:close/>
                </a:path>
              </a:pathLst>
            </a:custGeom>
            <a:solidFill>
              <a:srgbClr val="FD6220"/>
            </a:solidFill>
          </p:spPr>
        </p:sp>
        <p:sp>
          <p:nvSpPr>
            <p:cNvPr name="Freeform 35" id="35"/>
            <p:cNvSpPr/>
            <p:nvPr/>
          </p:nvSpPr>
          <p:spPr>
            <a:xfrm flipH="false" flipV="false" rot="0">
              <a:off x="148844" y="155701"/>
              <a:ext cx="5671185" cy="8605520"/>
            </a:xfrm>
            <a:custGeom>
              <a:avLst/>
              <a:gdLst/>
              <a:ahLst/>
              <a:cxnLst/>
              <a:rect r="r" b="b" t="t" l="l"/>
              <a:pathLst>
                <a:path h="8605520" w="5671185">
                  <a:moveTo>
                    <a:pt x="2831846" y="8605394"/>
                  </a:moveTo>
                  <a:cubicBezTo>
                    <a:pt x="2134616" y="8605394"/>
                    <a:pt x="1462024" y="8345425"/>
                    <a:pt x="937895" y="7873493"/>
                  </a:cubicBezTo>
                  <a:cubicBezTo>
                    <a:pt x="399923" y="7388987"/>
                    <a:pt x="73660" y="6722873"/>
                    <a:pt x="19177" y="5997702"/>
                  </a:cubicBezTo>
                  <a:lnTo>
                    <a:pt x="16891" y="5966968"/>
                  </a:lnTo>
                  <a:cubicBezTo>
                    <a:pt x="4572" y="5629021"/>
                    <a:pt x="0" y="2784729"/>
                    <a:pt x="23749" y="2544064"/>
                  </a:cubicBezTo>
                  <a:cubicBezTo>
                    <a:pt x="92710" y="1843532"/>
                    <a:pt x="418592" y="1198245"/>
                    <a:pt x="941324" y="726821"/>
                  </a:cubicBezTo>
                  <a:cubicBezTo>
                    <a:pt x="1461008" y="258064"/>
                    <a:pt x="2130679" y="0"/>
                    <a:pt x="2827020" y="0"/>
                  </a:cubicBezTo>
                  <a:lnTo>
                    <a:pt x="2844165" y="0"/>
                  </a:lnTo>
                  <a:cubicBezTo>
                    <a:pt x="3540506" y="0"/>
                    <a:pt x="4210177" y="258191"/>
                    <a:pt x="4729861" y="726949"/>
                  </a:cubicBezTo>
                  <a:cubicBezTo>
                    <a:pt x="5252593" y="1198373"/>
                    <a:pt x="5578475" y="1843787"/>
                    <a:pt x="5647436" y="2544192"/>
                  </a:cubicBezTo>
                  <a:cubicBezTo>
                    <a:pt x="5671185" y="2784857"/>
                    <a:pt x="5666613" y="5629149"/>
                    <a:pt x="5654167" y="5967731"/>
                  </a:cubicBezTo>
                  <a:lnTo>
                    <a:pt x="5651881" y="5997830"/>
                  </a:lnTo>
                  <a:cubicBezTo>
                    <a:pt x="5597398" y="6722999"/>
                    <a:pt x="5271135" y="7389242"/>
                    <a:pt x="4733163" y="7873747"/>
                  </a:cubicBezTo>
                  <a:cubicBezTo>
                    <a:pt x="4209161" y="8345679"/>
                    <a:pt x="3536569" y="8605521"/>
                    <a:pt x="2839339" y="8605521"/>
                  </a:cubicBezTo>
                  <a:lnTo>
                    <a:pt x="2831846" y="8605521"/>
                  </a:lnTo>
                  <a:close/>
                </a:path>
              </a:pathLst>
            </a:custGeom>
            <a:blipFill>
              <a:blip r:embed="rId4"/>
              <a:stretch>
                <a:fillRect l="-64150" t="0" r="-64150" b="0"/>
              </a:stretch>
            </a:blipFill>
          </p:spPr>
        </p:sp>
      </p:grpSp>
      <p:sp>
        <p:nvSpPr>
          <p:cNvPr name="TextBox 36" id="36"/>
          <p:cNvSpPr txBox="true"/>
          <p:nvPr/>
        </p:nvSpPr>
        <p:spPr>
          <a:xfrm rot="0">
            <a:off x="9144000" y="4971623"/>
            <a:ext cx="6434800" cy="1266402"/>
          </a:xfrm>
          <a:prstGeom prst="rect">
            <a:avLst/>
          </a:prstGeom>
        </p:spPr>
        <p:txBody>
          <a:bodyPr anchor="t" rtlCol="false" tIns="0" lIns="0" bIns="0" rIns="0">
            <a:spAutoFit/>
          </a:bodyPr>
          <a:lstStyle/>
          <a:p>
            <a:pPr algn="just">
              <a:lnSpc>
                <a:spcPts val="4913"/>
              </a:lnSpc>
            </a:pPr>
            <a:r>
              <a:rPr lang="en-US" b="true" sz="4466">
                <a:solidFill>
                  <a:srgbClr val="191919"/>
                </a:solidFill>
                <a:latin typeface="Gotham Bold"/>
                <a:ea typeface="Gotham Bold"/>
                <a:cs typeface="Gotham Bold"/>
                <a:sym typeface="Gotham Bold"/>
              </a:rPr>
              <a:t>Sunan : Ali Aslanmirza (Ben)</a:t>
            </a:r>
          </a:p>
        </p:txBody>
      </p:sp>
      <p:sp>
        <p:nvSpPr>
          <p:cNvPr name="TextBox 37" id="37"/>
          <p:cNvSpPr txBox="true"/>
          <p:nvPr/>
        </p:nvSpPr>
        <p:spPr>
          <a:xfrm rot="0">
            <a:off x="9144000" y="8004002"/>
            <a:ext cx="7350516" cy="1034348"/>
          </a:xfrm>
          <a:prstGeom prst="rect">
            <a:avLst/>
          </a:prstGeom>
        </p:spPr>
        <p:txBody>
          <a:bodyPr anchor="t" rtlCol="false" tIns="0" lIns="0" bIns="0" rIns="0">
            <a:spAutoFit/>
          </a:bodyPr>
          <a:lstStyle/>
          <a:p>
            <a:pPr algn="l">
              <a:lnSpc>
                <a:spcPts val="2766"/>
              </a:lnSpc>
            </a:pPr>
            <a:r>
              <a:rPr lang="en-US" sz="2514" b="true">
                <a:solidFill>
                  <a:srgbClr val="191919"/>
                </a:solidFill>
                <a:latin typeface="Gotham Bold"/>
                <a:ea typeface="Gotham Bold"/>
                <a:cs typeface="Gotham Bold"/>
                <a:sym typeface="Gotham Bold"/>
              </a:rPr>
              <a:t>NO: 797</a:t>
            </a:r>
          </a:p>
          <a:p>
            <a:pPr algn="l">
              <a:lnSpc>
                <a:spcPts val="2766"/>
              </a:lnSpc>
            </a:pPr>
            <a:r>
              <a:rPr lang="en-US" sz="2514" b="true">
                <a:solidFill>
                  <a:srgbClr val="191919"/>
                </a:solidFill>
                <a:latin typeface="Gotham Bold"/>
                <a:ea typeface="Gotham Bold"/>
                <a:cs typeface="Gotham Bold"/>
                <a:sym typeface="Gotham Bold"/>
              </a:rPr>
              <a:t>SINIF: 10/D</a:t>
            </a:r>
          </a:p>
          <a:p>
            <a:pPr algn="l">
              <a:lnSpc>
                <a:spcPts val="2766"/>
              </a:lnSpc>
            </a:pPr>
            <a:r>
              <a:rPr lang="en-US" sz="2514" b="true">
                <a:solidFill>
                  <a:srgbClr val="191919"/>
                </a:solidFill>
                <a:latin typeface="Gotham Bold"/>
                <a:ea typeface="Gotham Bold"/>
                <a:cs typeface="Gotham Bold"/>
                <a:sym typeface="Gotham Bold"/>
              </a:rPr>
              <a:t>TC: 40907258992</a:t>
            </a:r>
          </a:p>
        </p:txBody>
      </p:sp>
      <p:sp>
        <p:nvSpPr>
          <p:cNvPr name="TextBox 38" id="38"/>
          <p:cNvSpPr txBox="true"/>
          <p:nvPr/>
        </p:nvSpPr>
        <p:spPr>
          <a:xfrm rot="0">
            <a:off x="9144752" y="2559051"/>
            <a:ext cx="7487839" cy="1391857"/>
          </a:xfrm>
          <a:prstGeom prst="rect">
            <a:avLst/>
          </a:prstGeom>
        </p:spPr>
        <p:txBody>
          <a:bodyPr anchor="t" rtlCol="false" tIns="0" lIns="0" bIns="0" rIns="0">
            <a:spAutoFit/>
          </a:bodyPr>
          <a:lstStyle/>
          <a:p>
            <a:pPr algn="l">
              <a:lnSpc>
                <a:spcPts val="10149"/>
              </a:lnSpc>
            </a:pPr>
            <a:r>
              <a:rPr lang="en-US" sz="11153">
                <a:solidFill>
                  <a:srgbClr val="191919"/>
                </a:solidFill>
                <a:latin typeface="Gotham"/>
                <a:ea typeface="Gotham"/>
                <a:cs typeface="Gotham"/>
                <a:sym typeface="Gotham"/>
              </a:rPr>
              <a:t>teşekürler</a:t>
            </a:r>
          </a:p>
        </p:txBody>
      </p:sp>
      <p:grpSp>
        <p:nvGrpSpPr>
          <p:cNvPr name="Group 39" id="39"/>
          <p:cNvGrpSpPr/>
          <p:nvPr/>
        </p:nvGrpSpPr>
        <p:grpSpPr>
          <a:xfrm rot="0">
            <a:off x="16786360" y="-353712"/>
            <a:ext cx="10994424" cy="10994424"/>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19125" cap="sq">
              <a:solidFill>
                <a:srgbClr val="FD6220">
                  <a:alpha val="11765"/>
                </a:srgbClr>
              </a:solidFill>
              <a:prstDash val="solid"/>
              <a:miter/>
            </a:ln>
          </p:spPr>
        </p:sp>
        <p:sp>
          <p:nvSpPr>
            <p:cNvPr name="TextBox 41" id="41"/>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DAG2h0QKQyw</dc:identifier>
  <dcterms:modified xsi:type="dcterms:W3CDTF">2011-08-01T06:04:30Z</dcterms:modified>
  <cp:revision>1</cp:revision>
  <dc:title>Portfolıo</dc:title>
</cp:coreProperties>
</file>